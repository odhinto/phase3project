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58" r:id="rId4"/>
  </p:sldMasterIdLst>
  <p:notesMasterIdLst>
    <p:notesMasterId r:id="rId14"/>
  </p:notesMasterIdLst>
  <p:handoutMasterIdLst>
    <p:handoutMasterId r:id="rId15"/>
  </p:handoutMasterIdLst>
  <p:sldIdLst>
    <p:sldId id="410" r:id="rId5"/>
    <p:sldId id="391" r:id="rId6"/>
    <p:sldId id="411" r:id="rId7"/>
    <p:sldId id="414" r:id="rId8"/>
    <p:sldId id="415" r:id="rId9"/>
    <p:sldId id="416" r:id="rId10"/>
    <p:sldId id="417" r:id="rId11"/>
    <p:sldId id="418" r:id="rId12"/>
    <p:sldId id="398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Author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8A107856-5554-42FB-B03E-39F5DBC370B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6327" autoAdjust="0"/>
  </p:normalViewPr>
  <p:slideViewPr>
    <p:cSldViewPr snapToGrid="0">
      <p:cViewPr varScale="1">
        <p:scale>
          <a:sx n="114" d="100"/>
          <a:sy n="114" d="100"/>
        </p:scale>
        <p:origin x="474" y="11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 showGuides="1">
      <p:cViewPr varScale="1">
        <p:scale>
          <a:sx n="58" d="100"/>
          <a:sy n="58" d="100"/>
        </p:scale>
        <p:origin x="3240" y="67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8/10/relationships/authors" Target="author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commentAuthors" Target="commentAuthors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8F6756E-81DA-9FAC-70D8-556F658BDDA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EBEDD12-BCD5-485B-BCBC-34BB01D7923C}" type="datetimeFigureOut">
              <a:rPr lang="en-US" smtClean="0"/>
              <a:t>3/9/2025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71D415-D05A-7067-CCD3-457153D96CD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2C230DF-5933-439D-898F-38E9AC9BA688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97095E3-54D2-CFD2-4F49-7536FC8641D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8" name="Header Placeholder 7">
            <a:extLst>
              <a:ext uri="{FF2B5EF4-FFF2-40B4-BE49-F238E27FC236}">
                <a16:creationId xmlns:a16="http://schemas.microsoft.com/office/drawing/2014/main" id="{521EE01A-C0B5-5ECF-96DD-768F86AA15C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322844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E7A52F-9D89-7442-A8E9-48D1527B5F6B}" type="datetimeFigureOut">
              <a:rPr lang="en-US" smtClean="0"/>
              <a:t>3/9/2025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89C7E07-3C67-C64C-8DA0-0404F630397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25283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245386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827656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8DF838-8BC2-E072-2FCA-85F0246615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536909E-AF57-FE0C-8B02-0C9E3F40126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46D3CB2-3CDD-03F4-CC29-5E1085102E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6291DB-9AF7-C491-E39D-382B4619CDB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617415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DFBD49-BB4C-4029-5E59-1C2C35E836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3422D2E-7A69-3DD9-D6EF-49A26B6BF2B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C21FAA7-CFFF-F4B4-5BCB-9D1736FD5B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87C51C-A8AF-9C5C-A9B8-5474826AF62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969968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95E01F-9754-2A79-A12C-77A5581318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46FC856-621C-44D6-7EFC-9A0BB9470D8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BE5A834-977C-9E85-9EAA-B12A6039877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FC63BA-8AAC-9546-A8DD-E7ECCF9A1F2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183422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8781E4-9B33-98E5-348E-4CCBC94871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4504DF0-B355-9204-6A4F-D937D33C314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07B2D09-1C19-1EA2-ADA0-7140AEA0482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39B4B0-00A7-C09F-22A2-6E8829D3D10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98040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728EFE-8381-9DB4-8BAB-949C4A5B81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54BD162-482C-C01C-2D1C-3768084F942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E114C7E-817D-5B29-13E7-14D8AAF2C63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4AD6FE-80E7-65FD-4143-B3DB15818B8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130609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EB62C8-C120-13EB-5A07-259D974CFC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6E809DF-086C-172D-3EF7-8405D22EF3C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450AB72-EF9C-A558-7790-DCBE94D0306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9801F1-83FC-F890-2D34-B6B9DEDD99D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865499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59231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309904" y="411479"/>
            <a:ext cx="5486400" cy="32918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algn="l">
              <a:lnSpc>
                <a:spcPct val="80000"/>
              </a:lnSpc>
              <a:defRPr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C26C18C3-ED25-DD4B-BA72-24932D54DE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" y="758752"/>
            <a:ext cx="6099248" cy="6099248"/>
            <a:chOff x="0" y="12289"/>
            <a:chExt cx="3550" cy="3551"/>
          </a:xfrm>
        </p:grpSpPr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C07CC263-2515-F147-8CC5-F8E9FF9FA8E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43B40037-7481-524B-8685-404D965690F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7B759713-8408-EE47-9394-3DA6F5E4B6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A69706A2-3726-FE4E-B923-E75D485978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09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413275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806C6F65-35CD-D64B-992A-0C1C1E0038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362700" y="0"/>
            <a:ext cx="5829298" cy="3235602"/>
            <a:chOff x="5612972" y="1"/>
            <a:chExt cx="6615961" cy="3672246"/>
          </a:xfrm>
        </p:grpSpPr>
        <p:sp>
          <p:nvSpPr>
            <p:cNvPr id="7" name="AutoShape 24">
              <a:extLst>
                <a:ext uri="{FF2B5EF4-FFF2-40B4-BE49-F238E27FC236}">
                  <a16:creationId xmlns:a16="http://schemas.microsoft.com/office/drawing/2014/main" id="{CFD467E2-FF13-7E4F-BEF9-EA1A17665B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2972" y="1"/>
              <a:ext cx="4408998" cy="3672246"/>
            </a:xfrm>
            <a:custGeom>
              <a:avLst/>
              <a:gdLst>
                <a:gd name="T0" fmla="+- 0 8372 6586"/>
                <a:gd name="T1" fmla="*/ T0 w 3578"/>
                <a:gd name="T2" fmla="*/ 591 h 2980"/>
                <a:gd name="T3" fmla="+- 0 7780 6586"/>
                <a:gd name="T4" fmla="*/ T3 w 3578"/>
                <a:gd name="T5" fmla="*/ 0 h 2980"/>
                <a:gd name="T6" fmla="+- 0 6586 6586"/>
                <a:gd name="T7" fmla="*/ T6 w 3578"/>
                <a:gd name="T8" fmla="*/ 0 h 2980"/>
                <a:gd name="T9" fmla="+- 0 7774 6586"/>
                <a:gd name="T10" fmla="*/ T9 w 3578"/>
                <a:gd name="T11" fmla="*/ 1188 h 2980"/>
                <a:gd name="T12" fmla="+- 0 8372 6586"/>
                <a:gd name="T13" fmla="*/ T12 w 3578"/>
                <a:gd name="T14" fmla="*/ 591 h 2980"/>
                <a:gd name="T15" fmla="+- 0 10163 6586"/>
                <a:gd name="T16" fmla="*/ T15 w 3578"/>
                <a:gd name="T17" fmla="*/ 2383 h 2980"/>
                <a:gd name="T18" fmla="+- 0 9566 6586"/>
                <a:gd name="T19" fmla="*/ T18 w 3578"/>
                <a:gd name="T20" fmla="*/ 1786 h 2980"/>
                <a:gd name="T21" fmla="+- 0 8969 6586"/>
                <a:gd name="T22" fmla="*/ T21 w 3578"/>
                <a:gd name="T23" fmla="*/ 2383 h 2980"/>
                <a:gd name="T24" fmla="+- 0 9566 6586"/>
                <a:gd name="T25" fmla="*/ T24 w 3578"/>
                <a:gd name="T26" fmla="*/ 2980 h 2980"/>
                <a:gd name="T27" fmla="+- 0 10163 6586"/>
                <a:gd name="T28" fmla="*/ T27 w 3578"/>
                <a:gd name="T29" fmla="*/ 2383 h 2980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  <a:cxn ang="0">
                  <a:pos x="T13" y="T14"/>
                </a:cxn>
                <a:cxn ang="0">
                  <a:pos x="T16" y="T17"/>
                </a:cxn>
                <a:cxn ang="0">
                  <a:pos x="T19" y="T20"/>
                </a:cxn>
                <a:cxn ang="0">
                  <a:pos x="T22" y="T23"/>
                </a:cxn>
                <a:cxn ang="0">
                  <a:pos x="T25" y="T26"/>
                </a:cxn>
                <a:cxn ang="0">
                  <a:pos x="T28" y="T29"/>
                </a:cxn>
              </a:cxnLst>
              <a:rect l="0" t="0" r="r" b="b"/>
              <a:pathLst>
                <a:path w="3578" h="2980">
                  <a:moveTo>
                    <a:pt x="1786" y="591"/>
                  </a:moveTo>
                  <a:lnTo>
                    <a:pt x="1194" y="0"/>
                  </a:lnTo>
                  <a:lnTo>
                    <a:pt x="0" y="0"/>
                  </a:lnTo>
                  <a:lnTo>
                    <a:pt x="1188" y="1188"/>
                  </a:lnTo>
                  <a:lnTo>
                    <a:pt x="1786" y="591"/>
                  </a:lnTo>
                  <a:moveTo>
                    <a:pt x="3577" y="2383"/>
                  </a:moveTo>
                  <a:lnTo>
                    <a:pt x="2980" y="1786"/>
                  </a:lnTo>
                  <a:lnTo>
                    <a:pt x="2383" y="2383"/>
                  </a:lnTo>
                  <a:lnTo>
                    <a:pt x="2980" y="2980"/>
                  </a:lnTo>
                  <a:lnTo>
                    <a:pt x="3577" y="2383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CA85A327-3157-B442-993A-6900F71249AC}"/>
                </a:ext>
              </a:extLst>
            </p:cNvPr>
            <p:cNvSpPr>
              <a:spLocks/>
            </p:cNvSpPr>
            <p:nvPr/>
          </p:nvSpPr>
          <p:spPr bwMode="auto">
            <a:xfrm>
              <a:off x="6341233" y="1463970"/>
              <a:ext cx="2208196" cy="2208277"/>
            </a:xfrm>
            <a:custGeom>
              <a:avLst/>
              <a:gdLst>
                <a:gd name="T0" fmla="+- 0 7774 7177"/>
                <a:gd name="T1" fmla="*/ T0 w 1792"/>
                <a:gd name="T2" fmla="+- 0 1188 1188"/>
                <a:gd name="T3" fmla="*/ 1188 h 1792"/>
                <a:gd name="T4" fmla="+- 0 7177 7177"/>
                <a:gd name="T5" fmla="*/ T4 w 1792"/>
                <a:gd name="T6" fmla="+- 0 1786 1188"/>
                <a:gd name="T7" fmla="*/ 1786 h 1792"/>
                <a:gd name="T8" fmla="+- 0 8372 7177"/>
                <a:gd name="T9" fmla="*/ T8 w 1792"/>
                <a:gd name="T10" fmla="+- 0 2980 1188"/>
                <a:gd name="T11" fmla="*/ 2980 h 1792"/>
                <a:gd name="T12" fmla="+- 0 8969 7177"/>
                <a:gd name="T13" fmla="*/ T12 w 1792"/>
                <a:gd name="T14" fmla="+- 0 2383 1188"/>
                <a:gd name="T15" fmla="*/ 2383 h 1792"/>
                <a:gd name="T16" fmla="+- 0 7774 7177"/>
                <a:gd name="T17" fmla="*/ T16 w 1792"/>
                <a:gd name="T18" fmla="+- 0 1188 1188"/>
                <a:gd name="T19" fmla="*/ 1188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7" y="0"/>
                  </a:moveTo>
                  <a:lnTo>
                    <a:pt x="0" y="598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9A459CB4-74AF-0544-AB1E-7CC6D10F84EB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5590" y="1"/>
              <a:ext cx="1457754" cy="729520"/>
            </a:xfrm>
            <a:custGeom>
              <a:avLst/>
              <a:gdLst>
                <a:gd name="T0" fmla="+- 0 10158 8975"/>
                <a:gd name="T1" fmla="*/ T0 w 1183"/>
                <a:gd name="T2" fmla="*/ 0 h 592"/>
                <a:gd name="T3" fmla="+- 0 8975 8975"/>
                <a:gd name="T4" fmla="*/ T3 w 1183"/>
                <a:gd name="T5" fmla="*/ 0 h 592"/>
                <a:gd name="T6" fmla="+- 0 9566 8975"/>
                <a:gd name="T7" fmla="*/ T6 w 1183"/>
                <a:gd name="T8" fmla="*/ 591 h 592"/>
                <a:gd name="T9" fmla="+- 0 10158 8975"/>
                <a:gd name="T10" fmla="*/ T9 w 1183"/>
                <a:gd name="T11" fmla="*/ 0 h 592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</a:cxnLst>
              <a:rect l="0" t="0" r="r" b="b"/>
              <a:pathLst>
                <a:path w="1183" h="592">
                  <a:moveTo>
                    <a:pt x="1183" y="0"/>
                  </a:moveTo>
                  <a:lnTo>
                    <a:pt x="0" y="0"/>
                  </a:lnTo>
                  <a:lnTo>
                    <a:pt x="591" y="591"/>
                  </a:lnTo>
                  <a:lnTo>
                    <a:pt x="118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95A20BFD-9142-D64A-A78A-61B75FCA0D76}"/>
                </a:ext>
              </a:extLst>
            </p:cNvPr>
            <p:cNvSpPr>
              <a:spLocks/>
            </p:cNvSpPr>
            <p:nvPr/>
          </p:nvSpPr>
          <p:spPr bwMode="auto">
            <a:xfrm>
              <a:off x="7076887" y="728289"/>
              <a:ext cx="2208196" cy="2208277"/>
            </a:xfrm>
            <a:custGeom>
              <a:avLst/>
              <a:gdLst>
                <a:gd name="T0" fmla="+- 0 8372 7774"/>
                <a:gd name="T1" fmla="*/ T0 w 1792"/>
                <a:gd name="T2" fmla="+- 0 591 591"/>
                <a:gd name="T3" fmla="*/ 591 h 1792"/>
                <a:gd name="T4" fmla="+- 0 7774 7774"/>
                <a:gd name="T5" fmla="*/ T4 w 1792"/>
                <a:gd name="T6" fmla="+- 0 1188 591"/>
                <a:gd name="T7" fmla="*/ 1188 h 1792"/>
                <a:gd name="T8" fmla="+- 0 8969 7774"/>
                <a:gd name="T9" fmla="*/ T8 w 1792"/>
                <a:gd name="T10" fmla="+- 0 2383 591"/>
                <a:gd name="T11" fmla="*/ 2383 h 1792"/>
                <a:gd name="T12" fmla="+- 0 9566 7774"/>
                <a:gd name="T13" fmla="*/ T12 w 1792"/>
                <a:gd name="T14" fmla="+- 0 1786 591"/>
                <a:gd name="T15" fmla="*/ 1786 h 1792"/>
                <a:gd name="T16" fmla="+- 0 8372 7774"/>
                <a:gd name="T17" fmla="*/ T16 w 1792"/>
                <a:gd name="T18" fmla="+- 0 591 591"/>
                <a:gd name="T19" fmla="*/ 591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8" y="0"/>
                  </a:moveTo>
                  <a:lnTo>
                    <a:pt x="0" y="597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8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B80736DF-C890-DB47-AEAA-D3D92505E632}"/>
                </a:ext>
              </a:extLst>
            </p:cNvPr>
            <p:cNvSpPr>
              <a:spLocks/>
            </p:cNvSpPr>
            <p:nvPr/>
          </p:nvSpPr>
          <p:spPr bwMode="auto">
            <a:xfrm>
              <a:off x="9285083" y="728289"/>
              <a:ext cx="2943850" cy="2943958"/>
            </a:xfrm>
            <a:custGeom>
              <a:avLst/>
              <a:gdLst>
                <a:gd name="T0" fmla="+- 0 11955 9566"/>
                <a:gd name="T1" fmla="*/ T0 w 2389"/>
                <a:gd name="T2" fmla="+- 0 1786 591"/>
                <a:gd name="T3" fmla="*/ 1786 h 2389"/>
                <a:gd name="T4" fmla="+- 0 10760 9566"/>
                <a:gd name="T5" fmla="*/ T4 w 2389"/>
                <a:gd name="T6" fmla="+- 0 591 591"/>
                <a:gd name="T7" fmla="*/ 591 h 2389"/>
                <a:gd name="T8" fmla="+- 0 9566 9566"/>
                <a:gd name="T9" fmla="*/ T8 w 2389"/>
                <a:gd name="T10" fmla="+- 0 1786 591"/>
                <a:gd name="T11" fmla="*/ 1786 h 2389"/>
                <a:gd name="T12" fmla="+- 0 10760 9566"/>
                <a:gd name="T13" fmla="*/ T12 w 2389"/>
                <a:gd name="T14" fmla="+- 0 2980 591"/>
                <a:gd name="T15" fmla="*/ 2980 h 2389"/>
                <a:gd name="T16" fmla="+- 0 11955 9566"/>
                <a:gd name="T17" fmla="*/ T16 w 2389"/>
                <a:gd name="T18" fmla="+- 0 1786 591"/>
                <a:gd name="T19" fmla="*/ 1786 h 2389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2389" h="2389">
                  <a:moveTo>
                    <a:pt x="2389" y="1195"/>
                  </a:moveTo>
                  <a:lnTo>
                    <a:pt x="1194" y="0"/>
                  </a:lnTo>
                  <a:lnTo>
                    <a:pt x="0" y="1195"/>
                  </a:lnTo>
                  <a:lnTo>
                    <a:pt x="1194" y="2389"/>
                  </a:lnTo>
                  <a:lnTo>
                    <a:pt x="2389" y="1195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2" name="Title 1">
            <a:extLst>
              <a:ext uri="{FF2B5EF4-FFF2-40B4-BE49-F238E27FC236}">
                <a16:creationId xmlns:a16="http://schemas.microsoft.com/office/drawing/2014/main" id="{39F93F26-ED5C-E74E-BFBD-E3054DC1B9C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189572"/>
            <a:ext cx="6787747" cy="1593507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 spc="50" baseline="0"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186153BD-9D2B-47EB-3553-1D3F6663B2A3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94359" y="2281918"/>
            <a:ext cx="6787747" cy="3708517"/>
          </a:xfrm>
        </p:spPr>
        <p:txBody>
          <a:bodyPr lIns="0" tIns="228600" rIns="0" bIns="0">
            <a:normAutofit/>
          </a:bodyPr>
          <a:lstStyle>
            <a:lvl1pPr marL="283464" indent="-283464">
              <a:lnSpc>
                <a:spcPct val="80000"/>
              </a:lnSpc>
              <a:spcBef>
                <a:spcPts val="2200"/>
              </a:spcBef>
              <a:buFont typeface="Arial" panose="020B0604020202020204" pitchFamily="34" charset="0"/>
              <a:buChar char="•"/>
              <a:defRPr lang="en-US" sz="2400" b="1" i="0" kern="1200" dirty="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indent="-283464">
              <a:spcBef>
                <a:spcPts val="600"/>
              </a:spcBef>
              <a:defRPr sz="2000"/>
            </a:lvl2pPr>
            <a:lvl3pPr indent="-283464">
              <a:spcBef>
                <a:spcPts val="1800"/>
              </a:spcBef>
              <a:defRPr sz="2000"/>
            </a:lvl3pPr>
            <a:lvl4pPr indent="-283464">
              <a:spcBef>
                <a:spcPts val="1800"/>
              </a:spcBef>
              <a:defRPr sz="2000"/>
            </a:lvl4pPr>
            <a:lvl5pPr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3" name="Slide Number Placeholder 42">
            <a:extLst>
              <a:ext uri="{FF2B5EF4-FFF2-40B4-BE49-F238E27FC236}">
                <a16:creationId xmlns:a16="http://schemas.microsoft.com/office/drawing/2014/main" id="{D80CCC8F-9CF1-9621-04EB-DFA68FEE42D2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42" name="Date Placeholder 41">
            <a:extLst>
              <a:ext uri="{FF2B5EF4-FFF2-40B4-BE49-F238E27FC236}">
                <a16:creationId xmlns:a16="http://schemas.microsoft.com/office/drawing/2014/main" id="{29CE2856-DB8F-5603-C085-74C70560FAC8}"/>
              </a:ext>
            </a:extLst>
          </p:cNvPr>
          <p:cNvSpPr>
            <a:spLocks noGrp="1"/>
          </p:cNvSpPr>
          <p:nvPr>
            <p:ph type="dt" sz="half" idx="25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979826C1-7A52-DA25-F422-EE62DED7D1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0552" cy="0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180892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B79D0555-EBDC-B53A-212D-A5921795FEC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80543"/>
          </a:xfrm>
          <a:custGeom>
            <a:avLst/>
            <a:gdLst>
              <a:gd name="connsiteX0" fmla="*/ 6309360 w 12192000"/>
              <a:gd name="connsiteY0" fmla="*/ 3951843 h 6880543"/>
              <a:gd name="connsiteX1" fmla="*/ 6309360 w 12192000"/>
              <a:gd name="connsiteY1" fmla="*/ 4052427 h 6880543"/>
              <a:gd name="connsiteX2" fmla="*/ 8442960 w 12192000"/>
              <a:gd name="connsiteY2" fmla="*/ 4052427 h 6880543"/>
              <a:gd name="connsiteX3" fmla="*/ 8442960 w 12192000"/>
              <a:gd name="connsiteY3" fmla="*/ 3951843 h 6880543"/>
              <a:gd name="connsiteX4" fmla="*/ 0 w 12192000"/>
              <a:gd name="connsiteY4" fmla="*/ 0 h 6880543"/>
              <a:gd name="connsiteX5" fmla="*/ 12192000 w 12192000"/>
              <a:gd name="connsiteY5" fmla="*/ 0 h 6880543"/>
              <a:gd name="connsiteX6" fmla="*/ 12192000 w 12192000"/>
              <a:gd name="connsiteY6" fmla="*/ 6880543 h 6880543"/>
              <a:gd name="connsiteX7" fmla="*/ 0 w 12192000"/>
              <a:gd name="connsiteY7" fmla="*/ 6880543 h 68805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880543">
                <a:moveTo>
                  <a:pt x="6309360" y="3951843"/>
                </a:moveTo>
                <a:lnTo>
                  <a:pt x="6309360" y="4052427"/>
                </a:lnTo>
                <a:lnTo>
                  <a:pt x="8442960" y="4052427"/>
                </a:lnTo>
                <a:lnTo>
                  <a:pt x="8442960" y="3951843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80543"/>
                </a:lnTo>
                <a:lnTo>
                  <a:pt x="0" y="6880543"/>
                </a:lnTo>
                <a:close/>
              </a:path>
            </a:pathLst>
          </a:custGeom>
        </p:spPr>
        <p:txBody>
          <a:bodyPr wrap="square" tIns="182880">
            <a:no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8D492973-78E3-D34E-835E-CF2D451701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09359" y="444933"/>
            <a:ext cx="5477479" cy="3291840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6000" b="1" i="0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96BA398-1ED2-1FCA-63B9-8915A8C7A5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309360" y="3951843"/>
            <a:ext cx="2133600" cy="10058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916956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7104">
          <p15:clr>
            <a:srgbClr val="FBAE40"/>
          </p15:clr>
        </p15:guide>
        <p15:guide id="3" pos="4344" userDrawn="1">
          <p15:clr>
            <a:srgbClr val="FBAE40"/>
          </p15:clr>
        </p15:guide>
        <p15:guide id="4" pos="4560" userDrawn="1">
          <p15:clr>
            <a:srgbClr val="FBAE40"/>
          </p15:clr>
        </p15:guide>
        <p15:guide id="8" orient="horz" pos="1848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299835" y="430529"/>
            <a:ext cx="5486400" cy="32918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algn="l">
              <a:lnSpc>
                <a:spcPct val="80000"/>
              </a:lnSpc>
              <a:defRPr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A9973BC6-F6E5-0B3B-C8AB-0AC4020D4E8B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-11113"/>
            <a:ext cx="5791200" cy="6880226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8" name="Text Placeholder 29">
            <a:extLst>
              <a:ext uri="{FF2B5EF4-FFF2-40B4-BE49-F238E27FC236}">
                <a16:creationId xmlns:a16="http://schemas.microsoft.com/office/drawing/2014/main" id="{276A9CD7-E675-3048-86D3-3546A2F6B45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99835" y="4568602"/>
            <a:ext cx="5486400" cy="164592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2400" b="1" i="0">
                <a:solidFill>
                  <a:schemeClr val="tx2">
                    <a:lumMod val="75000"/>
                  </a:schemeClr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9169ED6-4B82-6844-119F-AC15CDF2D3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09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879140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57F1500-1A16-D1EF-4F0C-030852B291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10" name="Group 9">
            <a:extLst>
              <a:ext uri="{FF2B5EF4-FFF2-40B4-BE49-F238E27FC236}">
                <a16:creationId xmlns:a16="http://schemas.microsoft.com/office/drawing/2014/main" id="{2D07A0BE-3890-193E-9439-F294E61A71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11" name="Freeform 19">
              <a:extLst>
                <a:ext uri="{FF2B5EF4-FFF2-40B4-BE49-F238E27FC236}">
                  <a16:creationId xmlns:a16="http://schemas.microsoft.com/office/drawing/2014/main" id="{C05217ED-C258-E6CE-BA7F-28A6EA41BCD3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2" name="Freeform 20">
              <a:extLst>
                <a:ext uri="{FF2B5EF4-FFF2-40B4-BE49-F238E27FC236}">
                  <a16:creationId xmlns:a16="http://schemas.microsoft.com/office/drawing/2014/main" id="{F3E11A1F-14DD-BA35-D7D7-4D4ADEAA348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3" name="Freeform 21">
              <a:extLst>
                <a:ext uri="{FF2B5EF4-FFF2-40B4-BE49-F238E27FC236}">
                  <a16:creationId xmlns:a16="http://schemas.microsoft.com/office/drawing/2014/main" id="{F14541B0-973F-7E21-1019-D2FB83C8C0D0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32" name="Title 1">
            <a:extLst>
              <a:ext uri="{FF2B5EF4-FFF2-40B4-BE49-F238E27FC236}">
                <a16:creationId xmlns:a16="http://schemas.microsoft.com/office/drawing/2014/main" id="{467E05B6-B7CB-1E4F-96BA-4B8CFE8B63D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102875"/>
            <a:ext cx="10873740" cy="1680205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F6FE0DC0-B0D7-F4D6-8038-177AD7A8C211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657600" y="2282008"/>
            <a:ext cx="7810500" cy="3699328"/>
          </a:xfrm>
        </p:spPr>
        <p:txBody>
          <a:bodyPr lIns="0" tIns="228600" rIns="0" bIns="0">
            <a:normAutofit/>
          </a:bodyPr>
          <a:lstStyle>
            <a:lvl1pPr marL="283464" indent="-283464">
              <a:spcBef>
                <a:spcPts val="1800"/>
              </a:spcBef>
              <a:buFont typeface="Arial" panose="020B0604020202020204" pitchFamily="34" charset="0"/>
              <a:buChar char="•"/>
              <a:defRPr sz="2000"/>
            </a:lvl1pPr>
            <a:lvl2pPr indent="-283464">
              <a:spcBef>
                <a:spcPts val="1800"/>
              </a:spcBef>
              <a:defRPr sz="2000"/>
            </a:lvl2pPr>
            <a:lvl3pPr indent="-283464">
              <a:spcBef>
                <a:spcPts val="1800"/>
              </a:spcBef>
              <a:defRPr sz="2000"/>
            </a:lvl3pPr>
            <a:lvl4pPr indent="-283464">
              <a:spcBef>
                <a:spcPts val="1800"/>
              </a:spcBef>
              <a:defRPr sz="2000"/>
            </a:lvl4pPr>
            <a:lvl5pPr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7ED58739-4346-5104-B1AC-89ED035912AF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272B8D-F380-9F1A-C8E6-BDD2352B1763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0296414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304">
          <p15:clr>
            <a:srgbClr val="FBAE40"/>
          </p15:clr>
        </p15:guide>
        <p15:guide id="4" pos="5736">
          <p15:clr>
            <a:srgbClr val="FBAE40"/>
          </p15:clr>
        </p15:guide>
        <p15:guide id="5" pos="1944">
          <p15:clr>
            <a:srgbClr val="FBAE40"/>
          </p15:clr>
        </p15:guide>
        <p15:guide id="6" pos="4008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440">
          <p15:clr>
            <a:srgbClr val="FBAE40"/>
          </p15:clr>
        </p15:guide>
        <p15:guide id="9" orient="horz" pos="552">
          <p15:clr>
            <a:srgbClr val="FBAE40"/>
          </p15:clr>
        </p15:guide>
        <p15:guide id="10" pos="5352">
          <p15:clr>
            <a:srgbClr val="FBAE40"/>
          </p15:clr>
        </p15:guide>
        <p15:guide id="11" pos="3648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309904" y="411479"/>
            <a:ext cx="5486400" cy="32918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algn="l">
              <a:lnSpc>
                <a:spcPct val="80000"/>
              </a:lnSpc>
              <a:defRPr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C26C18C3-ED25-DD4B-BA72-24932D54DE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" y="758752"/>
            <a:ext cx="6099248" cy="6099248"/>
            <a:chOff x="0" y="12289"/>
            <a:chExt cx="3550" cy="3551"/>
          </a:xfrm>
        </p:grpSpPr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C07CC263-2515-F147-8CC5-F8E9FF9FA8E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43B40037-7481-524B-8685-404D965690F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7B759713-8408-EE47-9394-3DA6F5E4B6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A69706A2-3726-FE4E-B923-E75D485978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09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Text Placeholder 29">
            <a:extLst>
              <a:ext uri="{FF2B5EF4-FFF2-40B4-BE49-F238E27FC236}">
                <a16:creationId xmlns:a16="http://schemas.microsoft.com/office/drawing/2014/main" id="{276A9CD7-E675-3048-86D3-3546A2F6B45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309905" y="4549552"/>
            <a:ext cx="5486400" cy="164592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2400" b="1" i="0">
                <a:solidFill>
                  <a:schemeClr val="tx2">
                    <a:lumMod val="75000"/>
                  </a:schemeClr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20271085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C97D5AF2-684A-4A8D-3D82-B57D7AC446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0800000">
            <a:off x="8870040" y="0"/>
            <a:ext cx="3325208" cy="3325208"/>
            <a:chOff x="0" y="12289"/>
            <a:chExt cx="3550" cy="3551"/>
          </a:xfrm>
        </p:grpSpPr>
        <p:sp>
          <p:nvSpPr>
            <p:cNvPr id="12" name="Freeform 4">
              <a:extLst>
                <a:ext uri="{FF2B5EF4-FFF2-40B4-BE49-F238E27FC236}">
                  <a16:creationId xmlns:a16="http://schemas.microsoft.com/office/drawing/2014/main" id="{8CF5F650-F8F0-F4FE-44DA-1F14ADE428B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18870924-E47D-404F-59B5-BD1C58F7B04C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4" name="Freeform 7">
              <a:extLst>
                <a:ext uri="{FF2B5EF4-FFF2-40B4-BE49-F238E27FC236}">
                  <a16:creationId xmlns:a16="http://schemas.microsoft.com/office/drawing/2014/main" id="{80806A65-E4FC-2F52-65B3-CC181E620C29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278129"/>
            <a:ext cx="9778365" cy="1494596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F14DA3C5-63E4-BAFB-1D68-47F71EEEE538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94360" y="2676525"/>
            <a:ext cx="4490827" cy="3597470"/>
          </a:xfrm>
        </p:spPr>
        <p:txBody>
          <a:bodyPr lIns="0" tIns="45720" rIns="0" bIns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sz="2000"/>
            </a:lvl1pPr>
            <a:lvl2pPr marL="283464" indent="-283464">
              <a:spcBef>
                <a:spcPts val="1800"/>
              </a:spcBef>
              <a:defRPr sz="2000"/>
            </a:lvl2pPr>
            <a:lvl3pPr marL="594360" indent="-283464">
              <a:spcBef>
                <a:spcPts val="1800"/>
              </a:spcBef>
              <a:defRPr sz="2000"/>
            </a:lvl3pPr>
            <a:lvl4pPr marL="822960" indent="-283464">
              <a:spcBef>
                <a:spcPts val="1800"/>
              </a:spcBef>
              <a:defRPr sz="2000"/>
            </a:lvl4pPr>
            <a:lvl5pPr marL="1005840"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Content Placeholder 5">
            <a:extLst>
              <a:ext uri="{FF2B5EF4-FFF2-40B4-BE49-F238E27FC236}">
                <a16:creationId xmlns:a16="http://schemas.microsoft.com/office/drawing/2014/main" id="{BD11386D-847E-8CF5-E56A-42E80A65A089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5881898" y="2676525"/>
            <a:ext cx="4490827" cy="3597470"/>
          </a:xfrm>
        </p:spPr>
        <p:txBody>
          <a:bodyPr lIns="0" tIns="45720" rIns="0" bIns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sz="2000"/>
            </a:lvl1pPr>
            <a:lvl2pPr marL="283464" indent="-283464">
              <a:spcBef>
                <a:spcPts val="1800"/>
              </a:spcBef>
              <a:defRPr sz="2000"/>
            </a:lvl2pPr>
            <a:lvl3pPr marL="548640" indent="-283464">
              <a:spcBef>
                <a:spcPts val="1800"/>
              </a:spcBef>
              <a:defRPr sz="2000"/>
            </a:lvl3pPr>
            <a:lvl4pPr marL="822960" indent="-283464">
              <a:spcBef>
                <a:spcPts val="1800"/>
              </a:spcBef>
              <a:defRPr sz="2000"/>
            </a:lvl4pPr>
            <a:lvl5pPr marL="1005840"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10569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42E558A9-6DD6-E21D-3A8F-6707E1DD19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362700" y="0"/>
            <a:ext cx="5829298" cy="3235602"/>
            <a:chOff x="5612972" y="1"/>
            <a:chExt cx="6615961" cy="3672246"/>
          </a:xfrm>
        </p:grpSpPr>
        <p:sp>
          <p:nvSpPr>
            <p:cNvPr id="12" name="AutoShape 24">
              <a:extLst>
                <a:ext uri="{FF2B5EF4-FFF2-40B4-BE49-F238E27FC236}">
                  <a16:creationId xmlns:a16="http://schemas.microsoft.com/office/drawing/2014/main" id="{3FC994E4-318C-1E66-B4E4-8F8FD08E098F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2972" y="1"/>
              <a:ext cx="4408998" cy="3672246"/>
            </a:xfrm>
            <a:custGeom>
              <a:avLst/>
              <a:gdLst>
                <a:gd name="T0" fmla="+- 0 8372 6586"/>
                <a:gd name="T1" fmla="*/ T0 w 3578"/>
                <a:gd name="T2" fmla="*/ 591 h 2980"/>
                <a:gd name="T3" fmla="+- 0 7780 6586"/>
                <a:gd name="T4" fmla="*/ T3 w 3578"/>
                <a:gd name="T5" fmla="*/ 0 h 2980"/>
                <a:gd name="T6" fmla="+- 0 6586 6586"/>
                <a:gd name="T7" fmla="*/ T6 w 3578"/>
                <a:gd name="T8" fmla="*/ 0 h 2980"/>
                <a:gd name="T9" fmla="+- 0 7774 6586"/>
                <a:gd name="T10" fmla="*/ T9 w 3578"/>
                <a:gd name="T11" fmla="*/ 1188 h 2980"/>
                <a:gd name="T12" fmla="+- 0 8372 6586"/>
                <a:gd name="T13" fmla="*/ T12 w 3578"/>
                <a:gd name="T14" fmla="*/ 591 h 2980"/>
                <a:gd name="T15" fmla="+- 0 10163 6586"/>
                <a:gd name="T16" fmla="*/ T15 w 3578"/>
                <a:gd name="T17" fmla="*/ 2383 h 2980"/>
                <a:gd name="T18" fmla="+- 0 9566 6586"/>
                <a:gd name="T19" fmla="*/ T18 w 3578"/>
                <a:gd name="T20" fmla="*/ 1786 h 2980"/>
                <a:gd name="T21" fmla="+- 0 8969 6586"/>
                <a:gd name="T22" fmla="*/ T21 w 3578"/>
                <a:gd name="T23" fmla="*/ 2383 h 2980"/>
                <a:gd name="T24" fmla="+- 0 9566 6586"/>
                <a:gd name="T25" fmla="*/ T24 w 3578"/>
                <a:gd name="T26" fmla="*/ 2980 h 2980"/>
                <a:gd name="T27" fmla="+- 0 10163 6586"/>
                <a:gd name="T28" fmla="*/ T27 w 3578"/>
                <a:gd name="T29" fmla="*/ 2383 h 2980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  <a:cxn ang="0">
                  <a:pos x="T13" y="T14"/>
                </a:cxn>
                <a:cxn ang="0">
                  <a:pos x="T16" y="T17"/>
                </a:cxn>
                <a:cxn ang="0">
                  <a:pos x="T19" y="T20"/>
                </a:cxn>
                <a:cxn ang="0">
                  <a:pos x="T22" y="T23"/>
                </a:cxn>
                <a:cxn ang="0">
                  <a:pos x="T25" y="T26"/>
                </a:cxn>
                <a:cxn ang="0">
                  <a:pos x="T28" y="T29"/>
                </a:cxn>
              </a:cxnLst>
              <a:rect l="0" t="0" r="r" b="b"/>
              <a:pathLst>
                <a:path w="3578" h="2980">
                  <a:moveTo>
                    <a:pt x="1786" y="591"/>
                  </a:moveTo>
                  <a:lnTo>
                    <a:pt x="1194" y="0"/>
                  </a:lnTo>
                  <a:lnTo>
                    <a:pt x="0" y="0"/>
                  </a:lnTo>
                  <a:lnTo>
                    <a:pt x="1188" y="1188"/>
                  </a:lnTo>
                  <a:lnTo>
                    <a:pt x="1786" y="591"/>
                  </a:lnTo>
                  <a:moveTo>
                    <a:pt x="3577" y="2383"/>
                  </a:moveTo>
                  <a:lnTo>
                    <a:pt x="2980" y="1786"/>
                  </a:lnTo>
                  <a:lnTo>
                    <a:pt x="2383" y="2383"/>
                  </a:lnTo>
                  <a:lnTo>
                    <a:pt x="2980" y="2980"/>
                  </a:lnTo>
                  <a:lnTo>
                    <a:pt x="3577" y="2383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3" name="Freeform 7">
              <a:extLst>
                <a:ext uri="{FF2B5EF4-FFF2-40B4-BE49-F238E27FC236}">
                  <a16:creationId xmlns:a16="http://schemas.microsoft.com/office/drawing/2014/main" id="{17C00E6B-F625-6D6C-8364-9DD9F3C3628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41233" y="1463970"/>
              <a:ext cx="2208196" cy="2208277"/>
            </a:xfrm>
            <a:custGeom>
              <a:avLst/>
              <a:gdLst>
                <a:gd name="T0" fmla="+- 0 7774 7177"/>
                <a:gd name="T1" fmla="*/ T0 w 1792"/>
                <a:gd name="T2" fmla="+- 0 1188 1188"/>
                <a:gd name="T3" fmla="*/ 1188 h 1792"/>
                <a:gd name="T4" fmla="+- 0 7177 7177"/>
                <a:gd name="T5" fmla="*/ T4 w 1792"/>
                <a:gd name="T6" fmla="+- 0 1786 1188"/>
                <a:gd name="T7" fmla="*/ 1786 h 1792"/>
                <a:gd name="T8" fmla="+- 0 8372 7177"/>
                <a:gd name="T9" fmla="*/ T8 w 1792"/>
                <a:gd name="T10" fmla="+- 0 2980 1188"/>
                <a:gd name="T11" fmla="*/ 2980 h 1792"/>
                <a:gd name="T12" fmla="+- 0 8969 7177"/>
                <a:gd name="T13" fmla="*/ T12 w 1792"/>
                <a:gd name="T14" fmla="+- 0 2383 1188"/>
                <a:gd name="T15" fmla="*/ 2383 h 1792"/>
                <a:gd name="T16" fmla="+- 0 7774 7177"/>
                <a:gd name="T17" fmla="*/ T16 w 1792"/>
                <a:gd name="T18" fmla="+- 0 1188 1188"/>
                <a:gd name="T19" fmla="*/ 1188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7" y="0"/>
                  </a:moveTo>
                  <a:lnTo>
                    <a:pt x="0" y="598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4" name="Freeform 8">
              <a:extLst>
                <a:ext uri="{FF2B5EF4-FFF2-40B4-BE49-F238E27FC236}">
                  <a16:creationId xmlns:a16="http://schemas.microsoft.com/office/drawing/2014/main" id="{C6197B87-4F65-7981-9463-84830CD3687F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5590" y="1"/>
              <a:ext cx="1457754" cy="729520"/>
            </a:xfrm>
            <a:custGeom>
              <a:avLst/>
              <a:gdLst>
                <a:gd name="T0" fmla="+- 0 10158 8975"/>
                <a:gd name="T1" fmla="*/ T0 w 1183"/>
                <a:gd name="T2" fmla="*/ 0 h 592"/>
                <a:gd name="T3" fmla="+- 0 8975 8975"/>
                <a:gd name="T4" fmla="*/ T3 w 1183"/>
                <a:gd name="T5" fmla="*/ 0 h 592"/>
                <a:gd name="T6" fmla="+- 0 9566 8975"/>
                <a:gd name="T7" fmla="*/ T6 w 1183"/>
                <a:gd name="T8" fmla="*/ 591 h 592"/>
                <a:gd name="T9" fmla="+- 0 10158 8975"/>
                <a:gd name="T10" fmla="*/ T9 w 1183"/>
                <a:gd name="T11" fmla="*/ 0 h 592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</a:cxnLst>
              <a:rect l="0" t="0" r="r" b="b"/>
              <a:pathLst>
                <a:path w="1183" h="592">
                  <a:moveTo>
                    <a:pt x="1183" y="0"/>
                  </a:moveTo>
                  <a:lnTo>
                    <a:pt x="0" y="0"/>
                  </a:lnTo>
                  <a:lnTo>
                    <a:pt x="591" y="591"/>
                  </a:lnTo>
                  <a:lnTo>
                    <a:pt x="118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8" name="Freeform 9">
              <a:extLst>
                <a:ext uri="{FF2B5EF4-FFF2-40B4-BE49-F238E27FC236}">
                  <a16:creationId xmlns:a16="http://schemas.microsoft.com/office/drawing/2014/main" id="{86AA517C-7217-D864-B7E7-40984A2880DB}"/>
                </a:ext>
              </a:extLst>
            </p:cNvPr>
            <p:cNvSpPr>
              <a:spLocks/>
            </p:cNvSpPr>
            <p:nvPr/>
          </p:nvSpPr>
          <p:spPr bwMode="auto">
            <a:xfrm>
              <a:off x="7076887" y="728289"/>
              <a:ext cx="2208196" cy="2208277"/>
            </a:xfrm>
            <a:custGeom>
              <a:avLst/>
              <a:gdLst>
                <a:gd name="T0" fmla="+- 0 8372 7774"/>
                <a:gd name="T1" fmla="*/ T0 w 1792"/>
                <a:gd name="T2" fmla="+- 0 591 591"/>
                <a:gd name="T3" fmla="*/ 591 h 1792"/>
                <a:gd name="T4" fmla="+- 0 7774 7774"/>
                <a:gd name="T5" fmla="*/ T4 w 1792"/>
                <a:gd name="T6" fmla="+- 0 1188 591"/>
                <a:gd name="T7" fmla="*/ 1188 h 1792"/>
                <a:gd name="T8" fmla="+- 0 8969 7774"/>
                <a:gd name="T9" fmla="*/ T8 w 1792"/>
                <a:gd name="T10" fmla="+- 0 2383 591"/>
                <a:gd name="T11" fmla="*/ 2383 h 1792"/>
                <a:gd name="T12" fmla="+- 0 9566 7774"/>
                <a:gd name="T13" fmla="*/ T12 w 1792"/>
                <a:gd name="T14" fmla="+- 0 1786 591"/>
                <a:gd name="T15" fmla="*/ 1786 h 1792"/>
                <a:gd name="T16" fmla="+- 0 8372 7774"/>
                <a:gd name="T17" fmla="*/ T16 w 1792"/>
                <a:gd name="T18" fmla="+- 0 591 591"/>
                <a:gd name="T19" fmla="*/ 591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8" y="0"/>
                  </a:moveTo>
                  <a:lnTo>
                    <a:pt x="0" y="597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8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9" name="Freeform 10">
              <a:extLst>
                <a:ext uri="{FF2B5EF4-FFF2-40B4-BE49-F238E27FC236}">
                  <a16:creationId xmlns:a16="http://schemas.microsoft.com/office/drawing/2014/main" id="{524013C6-491C-CAA2-5BD6-7C73596711CC}"/>
                </a:ext>
              </a:extLst>
            </p:cNvPr>
            <p:cNvSpPr>
              <a:spLocks/>
            </p:cNvSpPr>
            <p:nvPr/>
          </p:nvSpPr>
          <p:spPr bwMode="auto">
            <a:xfrm>
              <a:off x="9285083" y="728289"/>
              <a:ext cx="2943850" cy="2943958"/>
            </a:xfrm>
            <a:custGeom>
              <a:avLst/>
              <a:gdLst>
                <a:gd name="T0" fmla="+- 0 11955 9566"/>
                <a:gd name="T1" fmla="*/ T0 w 2389"/>
                <a:gd name="T2" fmla="+- 0 1786 591"/>
                <a:gd name="T3" fmla="*/ 1786 h 2389"/>
                <a:gd name="T4" fmla="+- 0 10760 9566"/>
                <a:gd name="T5" fmla="*/ T4 w 2389"/>
                <a:gd name="T6" fmla="+- 0 591 591"/>
                <a:gd name="T7" fmla="*/ 591 h 2389"/>
                <a:gd name="T8" fmla="+- 0 9566 9566"/>
                <a:gd name="T9" fmla="*/ T8 w 2389"/>
                <a:gd name="T10" fmla="+- 0 1786 591"/>
                <a:gd name="T11" fmla="*/ 1786 h 2389"/>
                <a:gd name="T12" fmla="+- 0 10760 9566"/>
                <a:gd name="T13" fmla="*/ T12 w 2389"/>
                <a:gd name="T14" fmla="+- 0 2980 591"/>
                <a:gd name="T15" fmla="*/ 2980 h 2389"/>
                <a:gd name="T16" fmla="+- 0 11955 9566"/>
                <a:gd name="T17" fmla="*/ T16 w 2389"/>
                <a:gd name="T18" fmla="+- 0 1786 591"/>
                <a:gd name="T19" fmla="*/ 1786 h 2389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2389" h="2389">
                  <a:moveTo>
                    <a:pt x="2389" y="1195"/>
                  </a:moveTo>
                  <a:lnTo>
                    <a:pt x="1194" y="0"/>
                  </a:lnTo>
                  <a:lnTo>
                    <a:pt x="0" y="1195"/>
                  </a:lnTo>
                  <a:lnTo>
                    <a:pt x="1194" y="2389"/>
                  </a:lnTo>
                  <a:lnTo>
                    <a:pt x="2389" y="1195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18885" y="3499667"/>
            <a:ext cx="4939666" cy="2542810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47460" y="631317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8007FA9C-C4D5-89EC-C457-5F329A338E1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03885" y="457201"/>
            <a:ext cx="5198269" cy="2305050"/>
          </a:xfrm>
        </p:spPr>
        <p:txBody>
          <a:bodyPr lIns="0" tIns="274320">
            <a:normAutofit/>
          </a:bodyPr>
          <a:lstStyle>
            <a:lvl1pPr marL="457200" indent="-457200">
              <a:spcBef>
                <a:spcPts val="1800"/>
              </a:spcBef>
              <a:buFont typeface="+mj-lt"/>
              <a:buAutoNum type="arabicPeriod"/>
              <a:defRPr sz="2000"/>
            </a:lvl1pPr>
            <a:lvl2pPr marL="914400" indent="-457200">
              <a:spcBef>
                <a:spcPts val="1800"/>
              </a:spcBef>
              <a:buFont typeface="+mj-lt"/>
              <a:buAutoNum type="alphaLcPeriod"/>
              <a:defRPr sz="2000"/>
            </a:lvl2pPr>
            <a:lvl3pPr marL="1371600" indent="-457200">
              <a:spcBef>
                <a:spcPts val="1800"/>
              </a:spcBef>
              <a:buFont typeface="+mj-lt"/>
              <a:buAutoNum type="arabicParenR"/>
              <a:defRPr sz="2000"/>
            </a:lvl3pPr>
            <a:lvl4pPr marL="1371600" indent="0">
              <a:spcBef>
                <a:spcPts val="1800"/>
              </a:spcBef>
              <a:buFont typeface="+mj-lt"/>
              <a:buNone/>
              <a:defRPr sz="2000"/>
            </a:lvl4pPr>
            <a:lvl5pPr marL="2286000" indent="-457200">
              <a:spcBef>
                <a:spcPts val="1800"/>
              </a:spcBef>
              <a:buFont typeface="+mj-lt"/>
              <a:buAutoNum type="arabicPeriod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endParaRPr lang="en-US" dirty="0"/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3AC171DA-232D-44C1-6B93-40BACB298F4B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94360" y="2810595"/>
            <a:ext cx="5198269" cy="3319513"/>
          </a:xfrm>
        </p:spPr>
        <p:txBody>
          <a:bodyPr lIns="0" tIns="45720" rIns="0" bIns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sz="2000"/>
            </a:lvl1pPr>
            <a:lvl2pPr marL="283464" indent="-283464">
              <a:spcBef>
                <a:spcPts val="1800"/>
              </a:spcBef>
              <a:defRPr sz="2000"/>
            </a:lvl2pPr>
            <a:lvl3pPr marL="548640" indent="-283464">
              <a:spcBef>
                <a:spcPts val="1800"/>
              </a:spcBef>
              <a:defRPr sz="2000"/>
            </a:lvl3pPr>
            <a:lvl4pPr marL="822960" indent="-283464">
              <a:spcBef>
                <a:spcPts val="1800"/>
              </a:spcBef>
              <a:defRPr sz="2000"/>
            </a:lvl4pPr>
            <a:lvl5pPr marL="1005840"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5546068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ontent and Pictur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5310" y="278129"/>
            <a:ext cx="5063490" cy="2354026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3" name="Content Placeholder 5">
            <a:extLst>
              <a:ext uri="{FF2B5EF4-FFF2-40B4-BE49-F238E27FC236}">
                <a16:creationId xmlns:a16="http://schemas.microsoft.com/office/drawing/2014/main" id="{1EF4505D-6803-3813-7738-049963427819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594360" y="3279579"/>
            <a:ext cx="5044440" cy="2994415"/>
          </a:xfrm>
        </p:spPr>
        <p:txBody>
          <a:bodyPr lIns="0" tIns="228600" rIns="0" bIns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sz="2000"/>
            </a:lvl1pPr>
            <a:lvl2pPr indent="-283464">
              <a:spcBef>
                <a:spcPts val="1800"/>
              </a:spcBef>
              <a:defRPr sz="2000"/>
            </a:lvl2pPr>
            <a:lvl3pPr indent="-283464">
              <a:spcBef>
                <a:spcPts val="1800"/>
              </a:spcBef>
              <a:defRPr sz="2000"/>
            </a:lvl3pPr>
            <a:lvl4pPr indent="-283464">
              <a:spcBef>
                <a:spcPts val="1800"/>
              </a:spcBef>
              <a:defRPr sz="2000"/>
            </a:lvl4pPr>
            <a:lvl5pPr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997459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4658637A-5D36-6127-19BC-C203E23FA49F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096000" y="0"/>
            <a:ext cx="6118225" cy="685800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293197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ontent and Tabl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CF555767-B3D8-BD57-1D42-7F6E1E6689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9" name="Freeform 13">
              <a:extLst>
                <a:ext uri="{FF2B5EF4-FFF2-40B4-BE49-F238E27FC236}">
                  <a16:creationId xmlns:a16="http://schemas.microsoft.com/office/drawing/2014/main" id="{BC972B6D-098C-52F6-E990-52623B368FB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3F0D3EE3-9A8C-531D-1EEE-1AFAB9F3BCAE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7" name="Freeform 15">
              <a:extLst>
                <a:ext uri="{FF2B5EF4-FFF2-40B4-BE49-F238E27FC236}">
                  <a16:creationId xmlns:a16="http://schemas.microsoft.com/office/drawing/2014/main" id="{A2BE192C-1768-890B-EC1B-5ED6E1F82590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61409" y="4661717"/>
            <a:ext cx="7936230" cy="1380760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670935" y="631317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8007FA9C-C4D5-89EC-C457-5F329A338E1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03885" y="584005"/>
            <a:ext cx="2825115" cy="3999060"/>
          </a:xfrm>
        </p:spPr>
        <p:txBody>
          <a:bodyPr lIns="0" tIns="27432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sz="2000"/>
            </a:lvl1pPr>
            <a:lvl2pPr marL="457200" indent="0">
              <a:spcBef>
                <a:spcPts val="1800"/>
              </a:spcBef>
              <a:buNone/>
              <a:defRPr sz="2000"/>
            </a:lvl2pPr>
            <a:lvl3pPr marL="914400" indent="0">
              <a:spcBef>
                <a:spcPts val="1800"/>
              </a:spcBef>
              <a:buNone/>
              <a:defRPr sz="2000"/>
            </a:lvl3pPr>
            <a:lvl4pPr marL="1371600" indent="0">
              <a:spcBef>
                <a:spcPts val="1800"/>
              </a:spcBef>
              <a:buNone/>
              <a:defRPr sz="2000"/>
            </a:lvl4pPr>
            <a:lvl5pPr marL="1828800" indent="0">
              <a:spcBef>
                <a:spcPts val="1800"/>
              </a:spcBef>
              <a:buNone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BCAAA28-C292-C527-AD35-90836B8BB97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670934" y="584005"/>
            <a:ext cx="7926705" cy="3999060"/>
          </a:xfrm>
        </p:spPr>
        <p:txBody>
          <a:bodyPr lIns="0">
            <a:normAutofit/>
          </a:bodyPr>
          <a:lstStyle>
            <a:lvl1pPr marL="0" indent="0">
              <a:spcBef>
                <a:spcPts val="1800"/>
              </a:spcBef>
              <a:buNone/>
              <a:defRPr sz="2000"/>
            </a:lvl1pPr>
            <a:lvl2pPr>
              <a:spcBef>
                <a:spcPts val="600"/>
              </a:spcBef>
              <a:defRPr sz="2000"/>
            </a:lvl2pPr>
            <a:lvl3pPr>
              <a:spcBef>
                <a:spcPts val="1800"/>
              </a:spcBef>
              <a:defRPr sz="2000"/>
            </a:lvl3pPr>
            <a:lvl4pPr>
              <a:spcBef>
                <a:spcPts val="1800"/>
              </a:spcBef>
              <a:defRPr sz="2000"/>
            </a:lvl4pPr>
            <a:lvl5pPr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2443291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C97D5AF2-684A-4A8D-3D82-B57D7AC446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0800000">
            <a:off x="8870040" y="0"/>
            <a:ext cx="3325208" cy="3325208"/>
            <a:chOff x="0" y="12289"/>
            <a:chExt cx="3550" cy="3551"/>
          </a:xfrm>
        </p:grpSpPr>
        <p:sp>
          <p:nvSpPr>
            <p:cNvPr id="12" name="Freeform 4">
              <a:extLst>
                <a:ext uri="{FF2B5EF4-FFF2-40B4-BE49-F238E27FC236}">
                  <a16:creationId xmlns:a16="http://schemas.microsoft.com/office/drawing/2014/main" id="{8CF5F650-F8F0-F4FE-44DA-1F14ADE428B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18870924-E47D-404F-59B5-BD1C58F7B04C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4" name="Freeform 7">
              <a:extLst>
                <a:ext uri="{FF2B5EF4-FFF2-40B4-BE49-F238E27FC236}">
                  <a16:creationId xmlns:a16="http://schemas.microsoft.com/office/drawing/2014/main" id="{80806A65-E4FC-2F52-65B3-CC181E620C29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198408"/>
            <a:ext cx="10972800" cy="1574317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BCAAA28-C292-C527-AD35-90836B8BB97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95523" y="2676525"/>
            <a:ext cx="5746750" cy="3597470"/>
          </a:xfrm>
        </p:spPr>
        <p:txBody>
          <a:bodyPr lIns="0">
            <a:normAutofit/>
          </a:bodyPr>
          <a:lstStyle>
            <a:lvl1pPr marL="0" indent="0">
              <a:spcBef>
                <a:spcPts val="1800"/>
              </a:spcBef>
              <a:buNone/>
              <a:defRPr sz="2000"/>
            </a:lvl1pPr>
            <a:lvl2pPr>
              <a:spcBef>
                <a:spcPts val="600"/>
              </a:spcBef>
              <a:defRPr sz="2000"/>
            </a:lvl2pPr>
            <a:lvl3pPr>
              <a:spcBef>
                <a:spcPts val="1800"/>
              </a:spcBef>
              <a:defRPr sz="2000"/>
            </a:lvl3pPr>
            <a:lvl4pPr>
              <a:spcBef>
                <a:spcPts val="1800"/>
              </a:spcBef>
              <a:defRPr sz="2000"/>
            </a:lvl4pPr>
            <a:lvl5pPr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8007FA9C-C4D5-89EC-C457-5F329A338E1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7620000" y="2676525"/>
            <a:ext cx="3947160" cy="3597470"/>
          </a:xfrm>
        </p:spPr>
        <p:txBody>
          <a:bodyPr lIns="0">
            <a:normAutofit/>
          </a:bodyPr>
          <a:lstStyle>
            <a:lvl1pPr marL="342900" indent="-342900">
              <a:spcBef>
                <a:spcPts val="1800"/>
              </a:spcBef>
              <a:buFont typeface="Arial" panose="020B0604020202020204" pitchFamily="34" charset="0"/>
              <a:buChar char="•"/>
              <a:defRPr sz="2000"/>
            </a:lvl1pPr>
            <a:lvl2pPr>
              <a:spcBef>
                <a:spcPts val="1800"/>
              </a:spcBef>
              <a:defRPr sz="2000"/>
            </a:lvl2pPr>
            <a:lvl3pPr>
              <a:spcBef>
                <a:spcPts val="1800"/>
              </a:spcBef>
              <a:defRPr sz="2000"/>
            </a:lvl3pPr>
            <a:lvl4pPr>
              <a:spcBef>
                <a:spcPts val="1800"/>
              </a:spcBef>
              <a:defRPr sz="2000"/>
            </a:lvl4pPr>
            <a:lvl5pPr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6497447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202400"/>
            <a:ext cx="10972800" cy="1570325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9" name="Table Placeholder 2">
            <a:extLst>
              <a:ext uri="{FF2B5EF4-FFF2-40B4-BE49-F238E27FC236}">
                <a16:creationId xmlns:a16="http://schemas.microsoft.com/office/drawing/2014/main" id="{1506B022-475A-6647-98FF-D5C319A0C7C4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594360" y="2628629"/>
            <a:ext cx="10972800" cy="3636740"/>
          </a:xfrm>
        </p:spPr>
        <p:txBody>
          <a:bodyPr>
            <a:noAutofit/>
          </a:bodyPr>
          <a:lstStyle>
            <a:lvl1pPr>
              <a:defRPr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04109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94360" y="411479"/>
            <a:ext cx="5486400" cy="32918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algn="l">
              <a:lnSpc>
                <a:spcPct val="80000"/>
              </a:lnSpc>
              <a:defRPr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C26C18C3-ED25-DD4B-BA72-24932D54DE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flipH="1" flipV="1">
            <a:off x="6092752" y="0"/>
            <a:ext cx="6099248" cy="6099248"/>
            <a:chOff x="0" y="12289"/>
            <a:chExt cx="3550" cy="3551"/>
          </a:xfrm>
        </p:grpSpPr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C07CC263-2515-F147-8CC5-F8E9FF9FA8E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43B40037-7481-524B-8685-404D965690F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7B759713-8408-EE47-9394-3DA6F5E4B6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8" name="Text Placeholder 29">
            <a:extLst>
              <a:ext uri="{FF2B5EF4-FFF2-40B4-BE49-F238E27FC236}">
                <a16:creationId xmlns:a16="http://schemas.microsoft.com/office/drawing/2014/main" id="{276A9CD7-E675-3048-86D3-3546A2F6B45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94360" y="4549552"/>
            <a:ext cx="5486400" cy="164592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2400" b="1" i="0">
                <a:solidFill>
                  <a:schemeClr val="tx2">
                    <a:lumMod val="75000"/>
                  </a:schemeClr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58B149C6-5AAC-B8E5-5411-EA38821F67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692738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ED84C6-50E6-6C43-8031-AFF6268E0C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4360" y="1825625"/>
            <a:ext cx="1038225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Title Placeholder 11">
            <a:extLst>
              <a:ext uri="{FF2B5EF4-FFF2-40B4-BE49-F238E27FC236}">
                <a16:creationId xmlns:a16="http://schemas.microsoft.com/office/drawing/2014/main" id="{D41FC0AE-253D-D242-9C88-017078F8A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365125"/>
            <a:ext cx="104013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0" name="Date Placeholder 3">
            <a:extLst>
              <a:ext uri="{FF2B5EF4-FFF2-40B4-BE49-F238E27FC236}">
                <a16:creationId xmlns:a16="http://schemas.microsoft.com/office/drawing/2014/main" id="{EF47083A-6D76-4B4D-87CA-E08E212F781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133648" y="6332220"/>
            <a:ext cx="1313180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1100" b="0" i="0">
                <a:solidFill>
                  <a:schemeClr val="bg1"/>
                </a:solidFill>
                <a:latin typeface="+mn-lt"/>
              </a:defRPr>
            </a:lvl1pPr>
          </a:lstStyle>
          <a:p>
            <a:endParaRPr lang="en-US" dirty="0">
              <a:latin typeface="+mn-lt"/>
            </a:endParaRPr>
          </a:p>
        </p:txBody>
      </p:sp>
      <p:sp>
        <p:nvSpPr>
          <p:cNvPr id="32" name="Slide Number Placeholder 5">
            <a:extLst>
              <a:ext uri="{FF2B5EF4-FFF2-40B4-BE49-F238E27FC236}">
                <a16:creationId xmlns:a16="http://schemas.microsoft.com/office/drawing/2014/main" id="{C8ADA0DF-3751-9A48-8A21-59F01C782D7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94360" y="6332220"/>
            <a:ext cx="523240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1100" b="1" i="0">
                <a:solidFill>
                  <a:schemeClr val="bg1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589224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1" r:id="rId1"/>
    <p:sldLayoutId id="2147483698" r:id="rId2"/>
    <p:sldLayoutId id="2147483710" r:id="rId3"/>
    <p:sldLayoutId id="2147483700" r:id="rId4"/>
    <p:sldLayoutId id="2147483701" r:id="rId5"/>
    <p:sldLayoutId id="2147483659" r:id="rId6"/>
    <p:sldLayoutId id="2147483709" r:id="rId7"/>
    <p:sldLayoutId id="2147483708" r:id="rId8"/>
    <p:sldLayoutId id="2147483707" r:id="rId9"/>
    <p:sldLayoutId id="2147483706" r:id="rId10"/>
    <p:sldLayoutId id="2147483705" r:id="rId11"/>
    <p:sldLayoutId id="2147483704" r:id="rId12"/>
    <p:sldLayoutId id="2147483703" r:id="rId13"/>
  </p:sldLayoutIdLst>
  <p:hf sldNum="0" hdr="0" ft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4400" b="1" i="0" kern="1200" spc="100" baseline="0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28600" indent="-283464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chemeClr val="bg1"/>
          </a:solidFill>
          <a:latin typeface="+mn-lt"/>
          <a:ea typeface="+mn-ea"/>
          <a:cs typeface="+mn-cs"/>
        </a:defRPr>
      </a:lvl1pPr>
      <a:lvl2pPr marL="6858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  <p15:guide id="3" pos="240">
          <p15:clr>
            <a:srgbClr val="547EBF"/>
          </p15:clr>
        </p15:guide>
        <p15:guide id="4" orient="horz" pos="240">
          <p15:clr>
            <a:srgbClr val="547EBF"/>
          </p15:clr>
        </p15:guide>
        <p15:guide id="5" pos="7440">
          <p15:clr>
            <a:srgbClr val="547EBF"/>
          </p15:clr>
        </p15:guide>
        <p15:guide id="6" orient="horz" pos="4080">
          <p15:clr>
            <a:srgbClr val="547EBF"/>
          </p15:clr>
        </p15:guide>
        <p15:guide id="7" pos="600" userDrawn="1">
          <p15:clr>
            <a:srgbClr val="547EBF"/>
          </p15:clr>
        </p15:guide>
        <p15:guide id="8" pos="3720">
          <p15:clr>
            <a:srgbClr val="547EBF"/>
          </p15:clr>
        </p15:guide>
        <p15:guide id="9" pos="2112">
          <p15:clr>
            <a:srgbClr val="547EBF"/>
          </p15:clr>
        </p15:guide>
        <p15:guide id="10" pos="1848">
          <p15:clr>
            <a:srgbClr val="547EBF"/>
          </p15:clr>
        </p15:guide>
        <p15:guide id="11" pos="5568">
          <p15:clr>
            <a:srgbClr val="547EBF"/>
          </p15:clr>
        </p15:guide>
        <p15:guide id="12" pos="5832">
          <p15:clr>
            <a:srgbClr val="547EBF"/>
          </p15:clr>
        </p15:guide>
        <p15:guide id="13" pos="4968">
          <p15:clr>
            <a:srgbClr val="9FCC3B"/>
          </p15:clr>
        </p15:guide>
        <p15:guide id="14" pos="5208">
          <p15:clr>
            <a:srgbClr val="9FCC3B"/>
          </p15:clr>
        </p15:guide>
        <p15:guide id="15" pos="2712">
          <p15:clr>
            <a:srgbClr val="9FCC3B"/>
          </p15:clr>
        </p15:guide>
        <p15:guide id="16" pos="2472">
          <p15:clr>
            <a:srgbClr val="9FCC3B"/>
          </p15:clr>
        </p15:guide>
        <p15:guide id="17" pos="39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B1D9D6-2977-ABCD-FDF8-51AFA5064E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09904" y="411479"/>
            <a:ext cx="5486400" cy="3291840"/>
          </a:xfrm>
        </p:spPr>
        <p:txBody>
          <a:bodyPr/>
          <a:lstStyle/>
          <a:p>
            <a:r>
              <a:rPr lang="en-US" sz="4400" dirty="0"/>
              <a:t>Predicting Customer Churn From </a:t>
            </a:r>
            <a:r>
              <a:rPr lang="en-US" sz="4400" dirty="0" err="1"/>
              <a:t>SyriaTel</a:t>
            </a:r>
            <a:endParaRPr lang="en-US" sz="44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F14B677-BB3D-DDE7-B423-02F8AFA931DC}"/>
              </a:ext>
            </a:extLst>
          </p:cNvPr>
          <p:cNvSpPr txBox="1"/>
          <p:nvPr/>
        </p:nvSpPr>
        <p:spPr>
          <a:xfrm>
            <a:off x="7801761" y="5519956"/>
            <a:ext cx="315426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By Anthony Odhiambo</a:t>
            </a:r>
          </a:p>
          <a:p>
            <a:r>
              <a:rPr lang="en-US" b="1" dirty="0">
                <a:solidFill>
                  <a:schemeClr val="bg1"/>
                </a:solidFill>
              </a:rPr>
              <a:t>Senior Analyst</a:t>
            </a:r>
          </a:p>
        </p:txBody>
      </p:sp>
    </p:spTree>
    <p:extLst>
      <p:ext uri="{BB962C8B-B14F-4D97-AF65-F5344CB8AC3E}">
        <p14:creationId xmlns:p14="http://schemas.microsoft.com/office/powerpoint/2010/main" val="3390304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45D3755-C3E2-975E-DE68-CDECC4B52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02875"/>
            <a:ext cx="10873740" cy="1680205"/>
          </a:xfrm>
        </p:spPr>
        <p:txBody>
          <a:bodyPr/>
          <a:lstStyle/>
          <a:p>
            <a:r>
              <a:rPr lang="en-US" dirty="0"/>
              <a:t>Problem Statement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70BD87D-F7DA-961B-4024-A354DC87D16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657600" y="2281238"/>
            <a:ext cx="7810500" cy="3700462"/>
          </a:xfrm>
        </p:spPr>
        <p:txBody>
          <a:bodyPr>
            <a:normAutofit/>
          </a:bodyPr>
          <a:lstStyle/>
          <a:p>
            <a:r>
              <a:rPr lang="en-US" dirty="0"/>
              <a:t>Customer Retention remains a critical KPI For </a:t>
            </a:r>
            <a:r>
              <a:rPr lang="en-US" dirty="0" err="1"/>
              <a:t>SyriaTel</a:t>
            </a:r>
            <a:endParaRPr lang="en-US" dirty="0"/>
          </a:p>
          <a:p>
            <a:r>
              <a:rPr lang="en-US" dirty="0"/>
              <a:t>Acquiring new customers is often more expensive than keeping existing ones. </a:t>
            </a:r>
          </a:p>
          <a:p>
            <a:r>
              <a:rPr lang="en-US" dirty="0" err="1"/>
              <a:t>SyriaTel</a:t>
            </a:r>
            <a:r>
              <a:rPr lang="en-US" dirty="0"/>
              <a:t> is experiencing customer churn where users discontinue their service. </a:t>
            </a:r>
          </a:p>
          <a:p>
            <a:r>
              <a:rPr lang="en-US" dirty="0"/>
              <a:t>This project seeks to build a classifier to predict churn</a:t>
            </a:r>
          </a:p>
          <a:p>
            <a:r>
              <a:rPr lang="en-US" dirty="0"/>
              <a:t>Identifying the patterns and factors that drive churn can help the company take proactive measures to reduce customer loss, enhance loyalty, and increase revenue.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C78CEA4F-D72A-C069-6A51-328B103CA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7E473402-19FD-A5B0-5CB6-E5F3926D3828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879D1CAD-2EA2-9376-7B64-0C3AC590F65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B16F8906-918C-BE0B-A4AB-6A1D48150AC7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A5856C4D-7DA4-8A47-47DB-EE4187EFF46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68794" y="96913"/>
            <a:ext cx="1692128" cy="16921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03120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2CF8FC-78E4-ED92-8619-7F19BC62A9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E4BDEBE-1A7B-7D5F-CC67-FFFC055CD9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02875"/>
            <a:ext cx="10873740" cy="1680205"/>
          </a:xfrm>
        </p:spPr>
        <p:txBody>
          <a:bodyPr/>
          <a:lstStyle/>
          <a:p>
            <a:r>
              <a:rPr lang="en-US" dirty="0"/>
              <a:t>EDA Sample - Customer Service Calls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E67F8C3F-6E72-0C2E-1F54-AFDB378CEF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03163CDF-4282-6D7F-003B-ACE6D931572F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BB2702B0-4CC9-6AAC-E48C-ACADFD9D352E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5AB2C311-B692-9CAB-2E93-9A4B9A28482D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B204CE5F-B317-4A37-4561-055B832267D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68794" y="96913"/>
            <a:ext cx="1692128" cy="1692128"/>
          </a:xfrm>
          <a:prstGeom prst="rect">
            <a:avLst/>
          </a:prstGeom>
        </p:spPr>
      </p:pic>
      <p:grpSp>
        <p:nvGrpSpPr>
          <p:cNvPr id="26" name="Group 25">
            <a:extLst>
              <a:ext uri="{FF2B5EF4-FFF2-40B4-BE49-F238E27FC236}">
                <a16:creationId xmlns:a16="http://schemas.microsoft.com/office/drawing/2014/main" id="{6E51D3B3-953A-4CE3-227B-702759D48788}"/>
              </a:ext>
            </a:extLst>
          </p:cNvPr>
          <p:cNvGrpSpPr/>
          <p:nvPr/>
        </p:nvGrpSpPr>
        <p:grpSpPr>
          <a:xfrm>
            <a:off x="2177504" y="2327329"/>
            <a:ext cx="9592251" cy="3946425"/>
            <a:chOff x="2177504" y="2327329"/>
            <a:chExt cx="9592251" cy="3946425"/>
          </a:xfrm>
        </p:grpSpPr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6333A46F-CFDB-D217-0AD9-E34B6B3F5A9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177504" y="2327329"/>
              <a:ext cx="1825348" cy="3736393"/>
            </a:xfrm>
            <a:prstGeom prst="rect">
              <a:avLst/>
            </a:prstGeom>
            <a:ln>
              <a:solidFill>
                <a:schemeClr val="bg1"/>
              </a:solidFill>
            </a:ln>
          </p:spPr>
        </p:pic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A3685995-DEBE-E016-A2A6-DBF7CD2CB68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6912646" y="2331327"/>
              <a:ext cx="4857109" cy="3728396"/>
            </a:xfrm>
            <a:prstGeom prst="rect">
              <a:avLst/>
            </a:prstGeom>
            <a:ln>
              <a:solidFill>
                <a:schemeClr val="bg1"/>
              </a:solidFill>
            </a:ln>
          </p:spPr>
        </p:pic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F826BA34-FD8B-73E8-C54B-514551B8597B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907838" y="2327329"/>
              <a:ext cx="743033" cy="3736393"/>
            </a:xfrm>
            <a:prstGeom prst="rect">
              <a:avLst/>
            </a:prstGeom>
            <a:ln>
              <a:solidFill>
                <a:schemeClr val="bg1"/>
              </a:solidFill>
            </a:ln>
          </p:spPr>
        </p:pic>
        <p:sp>
          <p:nvSpPr>
            <p:cNvPr id="15" name="Arrow: Right 14">
              <a:extLst>
                <a:ext uri="{FF2B5EF4-FFF2-40B4-BE49-F238E27FC236}">
                  <a16:creationId xmlns:a16="http://schemas.microsoft.com/office/drawing/2014/main" id="{23780B98-DB03-124A-A9E0-3EB241428D92}"/>
                </a:ext>
              </a:extLst>
            </p:cNvPr>
            <p:cNvSpPr/>
            <p:nvPr/>
          </p:nvSpPr>
          <p:spPr>
            <a:xfrm>
              <a:off x="4289790" y="4094857"/>
              <a:ext cx="343949" cy="201336"/>
            </a:xfrm>
            <a:prstGeom prst="righ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Arrow: Right 15">
              <a:extLst>
                <a:ext uri="{FF2B5EF4-FFF2-40B4-BE49-F238E27FC236}">
                  <a16:creationId xmlns:a16="http://schemas.microsoft.com/office/drawing/2014/main" id="{2DB65375-F881-7E35-3873-FED7EC5F83C6}"/>
                </a:ext>
              </a:extLst>
            </p:cNvPr>
            <p:cNvSpPr/>
            <p:nvPr/>
          </p:nvSpPr>
          <p:spPr>
            <a:xfrm>
              <a:off x="6128209" y="4094857"/>
              <a:ext cx="343949" cy="201336"/>
            </a:xfrm>
            <a:prstGeom prst="righ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Text Placeholder 6">
              <a:extLst>
                <a:ext uri="{FF2B5EF4-FFF2-40B4-BE49-F238E27FC236}">
                  <a16:creationId xmlns:a16="http://schemas.microsoft.com/office/drawing/2014/main" id="{26044E7A-4F24-1649-B08F-FF1B004A2FDB}"/>
                </a:ext>
              </a:extLst>
            </p:cNvPr>
            <p:cNvSpPr txBox="1">
              <a:spLocks/>
            </p:cNvSpPr>
            <p:nvPr/>
          </p:nvSpPr>
          <p:spPr>
            <a:xfrm>
              <a:off x="2340529" y="5890732"/>
              <a:ext cx="1825348" cy="383022"/>
            </a:xfrm>
            <a:prstGeom prst="rect">
              <a:avLst/>
            </a:prstGeom>
          </p:spPr>
          <p:txBody>
            <a:bodyPr vert="horz" lIns="0" tIns="228600" rIns="0" bIns="0" rtlCol="0">
              <a:normAutofit/>
            </a:bodyPr>
            <a:lstStyle>
              <a:lvl1pPr marL="283464" indent="-283464" algn="l" defTabSz="914400" rtl="0" eaLnBrk="1" latinLnBrk="0" hangingPunct="1">
                <a:lnSpc>
                  <a:spcPct val="90000"/>
                </a:lnSpc>
                <a:spcBef>
                  <a:spcPts val="1800"/>
                </a:spcBef>
                <a:buFont typeface="Arial" panose="020B0604020202020204" pitchFamily="34" charset="0"/>
                <a:buChar char="•"/>
                <a:defRPr sz="2000" b="0" i="0" kern="120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lvl1pPr>
              <a:lvl2pPr marL="685800" indent="-283464" algn="l" defTabSz="914400" rtl="0" eaLnBrk="1" latinLnBrk="0" hangingPunct="1">
                <a:lnSpc>
                  <a:spcPct val="90000"/>
                </a:lnSpc>
                <a:spcBef>
                  <a:spcPts val="1800"/>
                </a:spcBef>
                <a:buFont typeface="Arial" panose="020B0604020202020204" pitchFamily="34" charset="0"/>
                <a:buChar char="•"/>
                <a:defRPr sz="2000" b="0" i="0" kern="120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lvl2pPr>
              <a:lvl3pPr marL="1143000" indent="-283464" algn="l" defTabSz="914400" rtl="0" eaLnBrk="1" latinLnBrk="0" hangingPunct="1">
                <a:lnSpc>
                  <a:spcPct val="90000"/>
                </a:lnSpc>
                <a:spcBef>
                  <a:spcPts val="1800"/>
                </a:spcBef>
                <a:buFont typeface="Arial" panose="020B0604020202020204" pitchFamily="34" charset="0"/>
                <a:buChar char="•"/>
                <a:defRPr sz="2000" b="0" i="0" kern="120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lvl3pPr>
              <a:lvl4pPr marL="1600200" indent="-283464" algn="l" defTabSz="914400" rtl="0" eaLnBrk="1" latinLnBrk="0" hangingPunct="1">
                <a:lnSpc>
                  <a:spcPct val="90000"/>
                </a:lnSpc>
                <a:spcBef>
                  <a:spcPts val="1800"/>
                </a:spcBef>
                <a:buFont typeface="Arial" panose="020B0604020202020204" pitchFamily="34" charset="0"/>
                <a:buChar char="•"/>
                <a:defRPr sz="2000" b="0" i="0" kern="120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lvl4pPr>
              <a:lvl5pPr marL="2057400" indent="-283464" algn="l" defTabSz="914400" rtl="0" eaLnBrk="1" latinLnBrk="0" hangingPunct="1">
                <a:lnSpc>
                  <a:spcPct val="90000"/>
                </a:lnSpc>
                <a:spcBef>
                  <a:spcPts val="1800"/>
                </a:spcBef>
                <a:buFont typeface="Arial" panose="020B0604020202020204" pitchFamily="34" charset="0"/>
                <a:buChar char="•"/>
                <a:defRPr sz="2000" b="0" i="0" kern="120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US" sz="900" dirty="0"/>
                <a:t>14.49% Churn Rate at </a:t>
              </a:r>
              <a:r>
                <a:rPr lang="en-US" sz="900" dirty="0" err="1"/>
                <a:t>SyriaTel</a:t>
              </a:r>
              <a:endParaRPr lang="en-US" sz="900" dirty="0"/>
            </a:p>
          </p:txBody>
        </p:sp>
      </p:grpSp>
      <p:sp>
        <p:nvSpPr>
          <p:cNvPr id="18" name="Text Placeholder 6">
            <a:extLst>
              <a:ext uri="{FF2B5EF4-FFF2-40B4-BE49-F238E27FC236}">
                <a16:creationId xmlns:a16="http://schemas.microsoft.com/office/drawing/2014/main" id="{71DE787E-A28F-3F32-E7B5-D46A8155897C}"/>
              </a:ext>
            </a:extLst>
          </p:cNvPr>
          <p:cNvSpPr txBox="1">
            <a:spLocks/>
          </p:cNvSpPr>
          <p:nvPr/>
        </p:nvSpPr>
        <p:spPr>
          <a:xfrm>
            <a:off x="4514977" y="5868211"/>
            <a:ext cx="2095547" cy="886913"/>
          </a:xfrm>
          <a:prstGeom prst="rect">
            <a:avLst/>
          </a:prstGeom>
        </p:spPr>
        <p:txBody>
          <a:bodyPr vert="horz" lIns="0" tIns="228600" rIns="0" bIns="0" rtlCol="0">
            <a:normAutofit/>
          </a:bodyPr>
          <a:lstStyle>
            <a:lvl1pPr marL="283464" indent="-283464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83464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83464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83464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83464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00" dirty="0"/>
              <a:t>On average, churned customers made more than 2 customer service calls</a:t>
            </a:r>
          </a:p>
        </p:txBody>
      </p:sp>
      <p:sp>
        <p:nvSpPr>
          <p:cNvPr id="23" name="Text Placeholder 6">
            <a:extLst>
              <a:ext uri="{FF2B5EF4-FFF2-40B4-BE49-F238E27FC236}">
                <a16:creationId xmlns:a16="http://schemas.microsoft.com/office/drawing/2014/main" id="{D6489607-2D85-63E7-8454-9B285C3C51B2}"/>
              </a:ext>
            </a:extLst>
          </p:cNvPr>
          <p:cNvSpPr txBox="1">
            <a:spLocks/>
          </p:cNvSpPr>
          <p:nvPr/>
        </p:nvSpPr>
        <p:spPr>
          <a:xfrm>
            <a:off x="6912646" y="5880631"/>
            <a:ext cx="4857109" cy="886913"/>
          </a:xfrm>
          <a:prstGeom prst="rect">
            <a:avLst/>
          </a:prstGeom>
        </p:spPr>
        <p:txBody>
          <a:bodyPr vert="horz" lIns="0" tIns="228600" rIns="0" bIns="0" rtlCol="0">
            <a:normAutofit/>
          </a:bodyPr>
          <a:lstStyle>
            <a:lvl1pPr marL="283464" indent="-283464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83464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83464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83464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83464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00" dirty="0"/>
              <a:t>For customers who made more than 4 Customer service calls, the churn probability is very high</a:t>
            </a:r>
          </a:p>
          <a:p>
            <a:pPr marL="0" indent="0">
              <a:buNone/>
            </a:pPr>
            <a:r>
              <a:rPr lang="en-US" sz="900" dirty="0"/>
              <a:t>There could be underlying problems not being solved leading to high churn rate</a:t>
            </a:r>
          </a:p>
        </p:txBody>
      </p:sp>
    </p:spTree>
    <p:extLst>
      <p:ext uri="{BB962C8B-B14F-4D97-AF65-F5344CB8AC3E}">
        <p14:creationId xmlns:p14="http://schemas.microsoft.com/office/powerpoint/2010/main" val="9352786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9EB73B-6AC3-90EC-CE6A-579BD03A8B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CE8CD97-776D-5F56-FBD2-FF013C01F2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02875"/>
            <a:ext cx="10873740" cy="1680205"/>
          </a:xfrm>
        </p:spPr>
        <p:txBody>
          <a:bodyPr/>
          <a:lstStyle/>
          <a:p>
            <a:r>
              <a:rPr lang="en-US" dirty="0"/>
              <a:t>EDA Sample – Correlation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2143835B-5F0F-3D66-BE19-FEF10D5A0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74E4572D-E8B3-8C93-0708-329E41101149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4A795E26-481E-5FF3-4F0D-5B4C97657843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1C938190-3B67-4841-A42C-83A448736E65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7760690E-594D-731B-70E1-CD035B3811E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68794" y="96913"/>
            <a:ext cx="1692128" cy="1692128"/>
          </a:xfrm>
          <a:prstGeom prst="rect">
            <a:avLst/>
          </a:prstGeom>
        </p:spPr>
      </p:pic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16886BBD-51A6-6610-32E5-FA82C6344E1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675926" y="2281237"/>
            <a:ext cx="4320331" cy="4178285"/>
          </a:xfrm>
        </p:spPr>
        <p:txBody>
          <a:bodyPr>
            <a:normAutofit/>
          </a:bodyPr>
          <a:lstStyle/>
          <a:p>
            <a:r>
              <a:rPr lang="en-US" dirty="0"/>
              <a:t>The relationship between the original features appears non-linear</a:t>
            </a:r>
          </a:p>
          <a:p>
            <a:pPr lvl="1"/>
            <a:r>
              <a:rPr lang="en-US" dirty="0"/>
              <a:t>Except for charges vs call-time</a:t>
            </a:r>
          </a:p>
          <a:p>
            <a:r>
              <a:rPr lang="en-US" dirty="0"/>
              <a:t>Logistic Regression does not handle non-linear relationships well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4B2B465-DD8E-4D11-EBF9-E72035E6E52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51587" y="2332810"/>
            <a:ext cx="4418499" cy="41267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02840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F237F1-2836-00BF-E9EB-AE59D79993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3C1216A-2E09-CBE2-2845-8F88811047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02875"/>
            <a:ext cx="10873740" cy="1680205"/>
          </a:xfrm>
        </p:spPr>
        <p:txBody>
          <a:bodyPr/>
          <a:lstStyle/>
          <a:p>
            <a:r>
              <a:rPr lang="en-US" dirty="0"/>
              <a:t>EDA Sample – Correlation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1E9045CC-ED6B-37DC-D84D-4E73C9C57F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26FC813B-1807-3659-E6DA-C3C9794A37C0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69100A51-E7E6-8288-375A-FCEBF6DFEB1C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AA104632-69E2-35FB-348F-3D8B8AD5941B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46D22AB9-605E-9A89-0DA2-D851D746B2D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68794" y="96913"/>
            <a:ext cx="1692128" cy="1692128"/>
          </a:xfrm>
          <a:prstGeom prst="rect">
            <a:avLst/>
          </a:prstGeom>
        </p:spPr>
      </p:pic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DDA82E79-F719-B9FF-4891-970F95EBD4CF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676088" y="5642486"/>
            <a:ext cx="4320331" cy="4178285"/>
          </a:xfrm>
        </p:spPr>
        <p:txBody>
          <a:bodyPr>
            <a:normAutofit/>
          </a:bodyPr>
          <a:lstStyle/>
          <a:p>
            <a:r>
              <a:rPr lang="en-US" dirty="0"/>
              <a:t>Feature Engineering attempted to explore potentially higher correlations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46B462F-9F63-BE8A-B2C6-EDE92C693D1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760860" y="2422909"/>
            <a:ext cx="5510430" cy="321957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CB91FF5-D13D-9F8A-4F70-7636907584F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48749" y="2422909"/>
            <a:ext cx="4580523" cy="33778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9892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A52666-74A8-9793-1181-01744ABB8E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15FDAAF-CB9F-7754-9951-66121E45CB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02875"/>
            <a:ext cx="10873740" cy="1680205"/>
          </a:xfrm>
        </p:spPr>
        <p:txBody>
          <a:bodyPr/>
          <a:lstStyle/>
          <a:p>
            <a:r>
              <a:rPr lang="en-US" dirty="0"/>
              <a:t>Modeling – Finding the Best Model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F3525CC3-D985-08E5-A2C4-B41A8F5CFA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20261A99-A376-612E-AAE6-23BC84207A8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B8114DCE-9073-E04F-6174-3E682EDEF42D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A3E89F7C-B22B-2A88-7E7A-DE294B03C5CC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C13DA328-2175-F5B1-589E-E3CD8AC339B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68794" y="96913"/>
            <a:ext cx="1692128" cy="169212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76B7BF6-2C0D-6CB0-9F58-4415413958B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12022" y="2307674"/>
            <a:ext cx="5578680" cy="3304763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63C400BF-FE77-8724-E184-FE171163191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42205" y="2286518"/>
            <a:ext cx="4518717" cy="1110176"/>
          </a:xfrm>
          <a:prstGeom prst="rect">
            <a:avLst/>
          </a:prstGeom>
        </p:spPr>
      </p:pic>
      <p:sp>
        <p:nvSpPr>
          <p:cNvPr id="16" name="Text Placeholder 6">
            <a:extLst>
              <a:ext uri="{FF2B5EF4-FFF2-40B4-BE49-F238E27FC236}">
                <a16:creationId xmlns:a16="http://schemas.microsoft.com/office/drawing/2014/main" id="{77221205-EAA9-5975-EE16-0EFE07FBFE9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542205" y="3801589"/>
            <a:ext cx="4320331" cy="4178285"/>
          </a:xfrm>
        </p:spPr>
        <p:txBody>
          <a:bodyPr>
            <a:normAutofit/>
          </a:bodyPr>
          <a:lstStyle/>
          <a:p>
            <a:r>
              <a:rPr lang="en-US" sz="1600" dirty="0"/>
              <a:t>Random Forest Model with the baseline data yielded the highest Accuracy, Recall, F1 and AUC-ROC scores</a:t>
            </a:r>
          </a:p>
        </p:txBody>
      </p:sp>
      <p:sp>
        <p:nvSpPr>
          <p:cNvPr id="17" name="Arrow: Right 16">
            <a:extLst>
              <a:ext uri="{FF2B5EF4-FFF2-40B4-BE49-F238E27FC236}">
                <a16:creationId xmlns:a16="http://schemas.microsoft.com/office/drawing/2014/main" id="{D1003FD1-F48F-150E-509D-51607A20F064}"/>
              </a:ext>
            </a:extLst>
          </p:cNvPr>
          <p:cNvSpPr/>
          <p:nvPr/>
        </p:nvSpPr>
        <p:spPr>
          <a:xfrm>
            <a:off x="377755" y="2429191"/>
            <a:ext cx="1358515" cy="18107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251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83D7E2-3DC2-EF40-5FD7-C40C4F6577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59628C0-A3FE-2712-E7FA-3E254F395F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02875"/>
            <a:ext cx="10873740" cy="1680205"/>
          </a:xfrm>
        </p:spPr>
        <p:txBody>
          <a:bodyPr/>
          <a:lstStyle/>
          <a:p>
            <a:r>
              <a:rPr lang="en-US" dirty="0"/>
              <a:t>Modeling – Feature Selection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C12EC22A-ECFC-42A2-C655-71DAA57348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0FE37A10-0ACF-1EBA-BE41-19199E3385F8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C34AED0F-EF11-9E4D-A74B-E2DFABA7B15D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8CF3DDAB-8600-0395-EEC8-422CF2A48A2A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02B4E00F-D574-F1EF-4162-35D8DD76C7F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68794" y="96913"/>
            <a:ext cx="1692128" cy="1692128"/>
          </a:xfrm>
          <a:prstGeom prst="rect">
            <a:avLst/>
          </a:prstGeom>
        </p:spPr>
      </p:pic>
      <p:sp>
        <p:nvSpPr>
          <p:cNvPr id="16" name="Text Placeholder 6">
            <a:extLst>
              <a:ext uri="{FF2B5EF4-FFF2-40B4-BE49-F238E27FC236}">
                <a16:creationId xmlns:a16="http://schemas.microsoft.com/office/drawing/2014/main" id="{A83B921B-F9DA-6C65-FD76-533E748E3F5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74297" y="2307674"/>
            <a:ext cx="5738574" cy="1005977"/>
          </a:xfrm>
        </p:spPr>
        <p:txBody>
          <a:bodyPr>
            <a:normAutofit fontScale="92500" lnSpcReduction="10000"/>
          </a:bodyPr>
          <a:lstStyle/>
          <a:p>
            <a:r>
              <a:rPr lang="en-US" sz="1600" dirty="0"/>
              <a:t>Refining feature selection improved the model performance slightly</a:t>
            </a:r>
          </a:p>
          <a:p>
            <a:r>
              <a:rPr lang="en-US" sz="1600" dirty="0"/>
              <a:t>This was done through a function that randomly selected 10 features 10000 times and evaluated the best performing one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15B70FE-2AC0-C0F1-F354-7D2B32C75AF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4297" y="3584810"/>
            <a:ext cx="5886625" cy="156609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377930B-A7E2-2C73-211E-2086F1CA6B1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94673" y="2419995"/>
            <a:ext cx="3925934" cy="35429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07073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127C65-94F5-0566-4399-8FCB607685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02CBFA7-D55C-B2EC-01B2-2935BA1A3D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02875"/>
            <a:ext cx="10873740" cy="1680205"/>
          </a:xfrm>
        </p:spPr>
        <p:txBody>
          <a:bodyPr/>
          <a:lstStyle/>
          <a:p>
            <a:r>
              <a:rPr lang="en-US" dirty="0"/>
              <a:t>Conclusions and Recommendations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9B5687C-D74D-6629-6DF6-6BF63724C8F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657600" y="2281238"/>
            <a:ext cx="7810500" cy="3700462"/>
          </a:xfrm>
        </p:spPr>
        <p:txBody>
          <a:bodyPr>
            <a:normAutofit/>
          </a:bodyPr>
          <a:lstStyle/>
          <a:p>
            <a:r>
              <a:rPr lang="en-US" dirty="0"/>
              <a:t>The recall is still a bit low. Other classification techniques e.g. </a:t>
            </a:r>
            <a:r>
              <a:rPr lang="en-US" dirty="0" err="1"/>
              <a:t>XGBoost</a:t>
            </a:r>
            <a:r>
              <a:rPr lang="en-US" dirty="0"/>
              <a:t> Classification could be attempted to yield better model performance.</a:t>
            </a:r>
          </a:p>
          <a:p>
            <a:r>
              <a:rPr lang="en-US" dirty="0"/>
              <a:t>Other ML techniques like SMOTE can be used to handle the data imbalance and subsequently enhance recall</a:t>
            </a:r>
          </a:p>
          <a:p>
            <a:r>
              <a:rPr lang="en-US" dirty="0"/>
              <a:t>More descriptive features could improve model performance e.g. Customer Service Calls Reasons – Addressing the core challenges that necessitate Customer Complaints will reduce churn</a:t>
            </a:r>
          </a:p>
          <a:p>
            <a:r>
              <a:rPr lang="en-US" dirty="0"/>
              <a:t>Improving the customer experience of customers with international call plan will reduce the rate of churn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3695EA0F-6DAE-F263-01E9-3D9DB14ACE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81D3D6CD-282E-EBDE-6B5B-583DDB32A983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373A08AC-CDA7-12CA-B9FA-1ECB05A5BE43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EFF0B838-3DA8-C035-FAD9-C5B914440946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D5794B9C-6BEA-2B9E-6D6E-8D4EBF8D2A0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68794" y="96913"/>
            <a:ext cx="1692128" cy="16921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45587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10C1B7-6E4E-3DEE-50C0-1CA3B14303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4360" y="411479"/>
            <a:ext cx="5486400" cy="3291840"/>
          </a:xfrm>
        </p:spPr>
        <p:txBody>
          <a:bodyPr/>
          <a:lstStyle/>
          <a:p>
            <a:r>
              <a:rPr lang="en-US" dirty="0"/>
              <a:t>Thank you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E734F0-2DDD-AF70-F13D-F9E4C192941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94360" y="4549552"/>
            <a:ext cx="5486400" cy="1645920"/>
          </a:xfrm>
        </p:spPr>
        <p:txBody>
          <a:bodyPr/>
          <a:lstStyle/>
          <a:p>
            <a:r>
              <a:rPr lang="en-US" dirty="0"/>
              <a:t>Anthony Odhiambo</a:t>
            </a:r>
          </a:p>
          <a:p>
            <a:r>
              <a:rPr lang="en-US" dirty="0"/>
              <a:t>0710 – 001 - 001</a:t>
            </a:r>
          </a:p>
          <a:p>
            <a:r>
              <a:rPr lang="en-US" dirty="0"/>
              <a:t>moringa@consultant.com</a:t>
            </a:r>
          </a:p>
        </p:txBody>
      </p:sp>
    </p:spTree>
    <p:extLst>
      <p:ext uri="{BB962C8B-B14F-4D97-AF65-F5344CB8AC3E}">
        <p14:creationId xmlns:p14="http://schemas.microsoft.com/office/powerpoint/2010/main" val="4261132419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Swiss">
      <a:dk1>
        <a:srgbClr val="000000"/>
      </a:dk1>
      <a:lt1>
        <a:srgbClr val="FFFFFF"/>
      </a:lt1>
      <a:dk2>
        <a:srgbClr val="E4E4E4"/>
      </a:dk2>
      <a:lt2>
        <a:srgbClr val="7CA655"/>
      </a:lt2>
      <a:accent1>
        <a:srgbClr val="A9D4DB"/>
      </a:accent1>
      <a:accent2>
        <a:srgbClr val="FBE284"/>
      </a:accent2>
      <a:accent3>
        <a:srgbClr val="4495A2"/>
      </a:accent3>
      <a:accent4>
        <a:srgbClr val="AA5881"/>
      </a:accent4>
      <a:accent5>
        <a:srgbClr val="E06742"/>
      </a:accent5>
      <a:accent6>
        <a:srgbClr val="F9D448"/>
      </a:accent6>
      <a:hlink>
        <a:srgbClr val="4495A2"/>
      </a:hlink>
      <a:folHlink>
        <a:srgbClr val="AA5881"/>
      </a:folHlink>
    </a:clrScheme>
    <a:fontScheme name="Custom 175">
      <a:majorFont>
        <a:latin typeface="Franklin Gothic Demi"/>
        <a:ea typeface=""/>
        <a:cs typeface=""/>
      </a:majorFont>
      <a:minorFont>
        <a:latin typeface="Franklin Gothic Boo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78853419_Win32_SL_V5" id="{958D2C9E-948D-4354-BF9D-DF8AE3C2B240}" vid="{22D4A967-05D2-4D72-8594-54CFF3414833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Background xmlns="71af3243-3dd4-4a8d-8c0d-dd76da1f02a5">false</Background>
    <Status xmlns="71af3243-3dd4-4a8d-8c0d-dd76da1f02a5">Not started</Status>
    <_ip_UnifiedCompliancePolicyUIAction xmlns="http://schemas.microsoft.com/sharepoint/v3" xsi:nil="true"/>
    <Image xmlns="71af3243-3dd4-4a8d-8c0d-dd76da1f02a5">
      <Url xsi:nil="true"/>
      <Description xsi:nil="true"/>
    </Image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F4B194E-8B30-4377-8C59-ECFB902D2A26}">
  <ds:schemaRefs>
    <ds:schemaRef ds:uri="http://schemas.microsoft.com/office/2006/metadata/properties"/>
    <ds:schemaRef ds:uri="http://schemas.microsoft.com/office/infopath/2007/PartnerControls"/>
    <ds:schemaRef ds:uri="71af3243-3dd4-4a8d-8c0d-dd76da1f02a5"/>
    <ds:schemaRef ds:uri="http://schemas.microsoft.com/sharepoint/v3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C21FFAC0-05A2-416A-B06C-C248395482CF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92DB9E12-8AC3-4138-BF4D-720A5525AB1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Geometric annual presentation</Template>
  <TotalTime>66</TotalTime>
  <Words>338</Words>
  <Application>Microsoft Office PowerPoint</Application>
  <PresentationFormat>Widescreen</PresentationFormat>
  <Paragraphs>43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Franklin Gothic Book</vt:lpstr>
      <vt:lpstr>Franklin Gothic Demi</vt:lpstr>
      <vt:lpstr>Custom</vt:lpstr>
      <vt:lpstr>Predicting Customer Churn From SyriaTel</vt:lpstr>
      <vt:lpstr>Problem Statement</vt:lpstr>
      <vt:lpstr>EDA Sample - Customer Service Calls</vt:lpstr>
      <vt:lpstr>EDA Sample – Correlation</vt:lpstr>
      <vt:lpstr>EDA Sample – Correlation</vt:lpstr>
      <vt:lpstr>Modeling – Finding the Best Model</vt:lpstr>
      <vt:lpstr>Modeling – Feature Selection</vt:lpstr>
      <vt:lpstr>Conclusions and Recommendations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Anthony Odhiambo</dc:creator>
  <cp:lastModifiedBy>Anthony Odhiambo</cp:lastModifiedBy>
  <cp:revision>2</cp:revision>
  <dcterms:created xsi:type="dcterms:W3CDTF">2025-03-09T18:01:51Z</dcterms:created>
  <dcterms:modified xsi:type="dcterms:W3CDTF">2025-03-09T19:08:46Z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