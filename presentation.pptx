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94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75" d="100"/>
          <a:sy n="75" d="100"/>
        </p:scale>
        <p:origin x="54" y="-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9AA32-FDE6-9421-8527-414B1B888C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36525"/>
            <a:ext cx="9144000" cy="792350"/>
          </a:xfrm>
        </p:spPr>
        <p:txBody>
          <a:bodyPr anchor="b">
            <a:noAutofit/>
          </a:bodyPr>
          <a:lstStyle>
            <a:lvl1pPr algn="l">
              <a:defRPr sz="3600" b="1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lang="en-US"/>
              <a:t>Click to edit Master title style</a:t>
            </a:r>
            <a:endParaRPr lang="en-K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268286-6D6A-E59D-EEDF-AC2AD0AAE1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38718"/>
            <a:ext cx="9144000" cy="1419081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C4AC40-E21B-FB32-334A-BDEBBED17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89FB6-7A13-4794-85F5-1DA6760C9127}" type="datetimeFigureOut">
              <a:rPr lang="en-KE" smtClean="0"/>
              <a:t>03/09/2025</a:t>
            </a:fld>
            <a:endParaRPr lang="en-K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44B1E-1A75-6D82-9522-EEF0E9836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B8BD59-99F6-E9D5-843C-CCEA83908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19F72-1A84-4687-B6E1-39C115368945}" type="slidenum">
              <a:rPr lang="en-KE" smtClean="0"/>
              <a:t>‹#›</a:t>
            </a:fld>
            <a:endParaRPr lang="en-KE"/>
          </a:p>
        </p:txBody>
      </p:sp>
      <p:grpSp>
        <p:nvGrpSpPr>
          <p:cNvPr id="7" name="object 121">
            <a:extLst>
              <a:ext uri="{FF2B5EF4-FFF2-40B4-BE49-F238E27FC236}">
                <a16:creationId xmlns:a16="http://schemas.microsoft.com/office/drawing/2014/main" id="{E8E9D029-286C-879C-97ED-15220E768284}"/>
              </a:ext>
            </a:extLst>
          </p:cNvPr>
          <p:cNvGrpSpPr/>
          <p:nvPr userDrawn="1"/>
        </p:nvGrpSpPr>
        <p:grpSpPr>
          <a:xfrm>
            <a:off x="122271" y="486805"/>
            <a:ext cx="11212537" cy="918210"/>
            <a:chOff x="0" y="0"/>
            <a:chExt cx="11212537" cy="918210"/>
          </a:xfrm>
        </p:grpSpPr>
        <p:sp>
          <p:nvSpPr>
            <p:cNvPr id="8" name="object 122">
              <a:extLst>
                <a:ext uri="{FF2B5EF4-FFF2-40B4-BE49-F238E27FC236}">
                  <a16:creationId xmlns:a16="http://schemas.microsoft.com/office/drawing/2014/main" id="{534BD03E-510A-37F1-0A83-8FB5C6E1FD20}"/>
                </a:ext>
              </a:extLst>
            </p:cNvPr>
            <p:cNvSpPr/>
            <p:nvPr/>
          </p:nvSpPr>
          <p:spPr>
            <a:xfrm>
              <a:off x="0" y="0"/>
              <a:ext cx="467995" cy="918210"/>
            </a:xfrm>
            <a:custGeom>
              <a:avLst/>
              <a:gdLst/>
              <a:ahLst/>
              <a:cxnLst/>
              <a:rect l="l" t="t" r="r" b="b"/>
              <a:pathLst>
                <a:path w="467995" h="918210">
                  <a:moveTo>
                    <a:pt x="467995" y="0"/>
                  </a:moveTo>
                  <a:lnTo>
                    <a:pt x="0" y="0"/>
                  </a:lnTo>
                  <a:lnTo>
                    <a:pt x="0" y="917994"/>
                  </a:lnTo>
                  <a:lnTo>
                    <a:pt x="467995" y="917994"/>
                  </a:lnTo>
                  <a:lnTo>
                    <a:pt x="467995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123">
              <a:extLst>
                <a:ext uri="{FF2B5EF4-FFF2-40B4-BE49-F238E27FC236}">
                  <a16:creationId xmlns:a16="http://schemas.microsoft.com/office/drawing/2014/main" id="{3DE8D3B0-B91F-0074-75FD-B2AF4E9931B9}"/>
                </a:ext>
              </a:extLst>
            </p:cNvPr>
            <p:cNvSpPr/>
            <p:nvPr/>
          </p:nvSpPr>
          <p:spPr>
            <a:xfrm>
              <a:off x="287997" y="283060"/>
              <a:ext cx="10924540" cy="169545"/>
            </a:xfrm>
            <a:custGeom>
              <a:avLst/>
              <a:gdLst/>
              <a:ahLst/>
              <a:cxnLst/>
              <a:rect l="l" t="t" r="r" b="b"/>
              <a:pathLst>
                <a:path w="10924540" h="169545">
                  <a:moveTo>
                    <a:pt x="10453372" y="142443"/>
                  </a:moveTo>
                  <a:lnTo>
                    <a:pt x="10453372" y="112229"/>
                  </a:lnTo>
                  <a:lnTo>
                    <a:pt x="10484233" y="66776"/>
                  </a:lnTo>
                  <a:lnTo>
                    <a:pt x="10567837" y="66776"/>
                  </a:lnTo>
                  <a:lnTo>
                    <a:pt x="10567837" y="141262"/>
                  </a:lnTo>
                  <a:lnTo>
                    <a:pt x="10592589" y="141262"/>
                  </a:lnTo>
                  <a:lnTo>
                    <a:pt x="10592589" y="0"/>
                  </a:lnTo>
                  <a:lnTo>
                    <a:pt x="10924326" y="0"/>
                  </a:lnTo>
                  <a:lnTo>
                    <a:pt x="10924326" y="169189"/>
                  </a:lnTo>
                  <a:lnTo>
                    <a:pt x="10880740" y="169189"/>
                  </a:lnTo>
                  <a:lnTo>
                    <a:pt x="10878785" y="159504"/>
                  </a:lnTo>
                  <a:lnTo>
                    <a:pt x="10873455" y="151596"/>
                  </a:lnTo>
                  <a:lnTo>
                    <a:pt x="10865550" y="146265"/>
                  </a:lnTo>
                  <a:lnTo>
                    <a:pt x="10855873" y="144310"/>
                  </a:lnTo>
                  <a:lnTo>
                    <a:pt x="10794151" y="144310"/>
                  </a:lnTo>
                  <a:lnTo>
                    <a:pt x="10784474" y="146265"/>
                  </a:lnTo>
                  <a:lnTo>
                    <a:pt x="10776570" y="151596"/>
                  </a:lnTo>
                  <a:lnTo>
                    <a:pt x="10771239" y="159504"/>
                  </a:lnTo>
                  <a:lnTo>
                    <a:pt x="10769285" y="169189"/>
                  </a:lnTo>
                  <a:lnTo>
                    <a:pt x="10540138" y="169189"/>
                  </a:lnTo>
                  <a:lnTo>
                    <a:pt x="10538185" y="159504"/>
                  </a:lnTo>
                  <a:lnTo>
                    <a:pt x="10532858" y="151596"/>
                  </a:lnTo>
                  <a:lnTo>
                    <a:pt x="10524954" y="146265"/>
                  </a:lnTo>
                  <a:lnTo>
                    <a:pt x="10515272" y="144310"/>
                  </a:lnTo>
                  <a:lnTo>
                    <a:pt x="10505595" y="146265"/>
                  </a:lnTo>
                  <a:lnTo>
                    <a:pt x="10497690" y="151596"/>
                  </a:lnTo>
                  <a:lnTo>
                    <a:pt x="10492360" y="159504"/>
                  </a:lnTo>
                  <a:lnTo>
                    <a:pt x="10490405" y="169189"/>
                  </a:lnTo>
                  <a:lnTo>
                    <a:pt x="10453372" y="169189"/>
                  </a:lnTo>
                  <a:lnTo>
                    <a:pt x="0" y="169189"/>
                  </a:lnTo>
                </a:path>
              </a:pathLst>
            </a:custGeom>
            <a:ln w="17995">
              <a:solidFill>
                <a:srgbClr val="EE2D2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24">
              <a:extLst>
                <a:ext uri="{FF2B5EF4-FFF2-40B4-BE49-F238E27FC236}">
                  <a16:creationId xmlns:a16="http://schemas.microsoft.com/office/drawing/2014/main" id="{DE140222-35AD-F108-9E2E-EA5BB9BEAF83}"/>
                </a:ext>
              </a:extLst>
            </p:cNvPr>
            <p:cNvSpPr/>
            <p:nvPr/>
          </p:nvSpPr>
          <p:spPr>
            <a:xfrm>
              <a:off x="0" y="449996"/>
              <a:ext cx="464820" cy="0"/>
            </a:xfrm>
            <a:custGeom>
              <a:avLst/>
              <a:gdLst/>
              <a:ahLst/>
              <a:cxnLst/>
              <a:rect l="l" t="t" r="r" b="b"/>
              <a:pathLst>
                <a:path w="464820">
                  <a:moveTo>
                    <a:pt x="0" y="0"/>
                  </a:moveTo>
                  <a:lnTo>
                    <a:pt x="464400" y="0"/>
                  </a:lnTo>
                </a:path>
              </a:pathLst>
            </a:custGeom>
            <a:ln w="36004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6352978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9AA32-FDE6-9421-8527-414B1B888C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36525"/>
            <a:ext cx="9144000" cy="792350"/>
          </a:xfrm>
        </p:spPr>
        <p:txBody>
          <a:bodyPr anchor="b">
            <a:noAutofit/>
          </a:bodyPr>
          <a:lstStyle>
            <a:lvl1pPr algn="l">
              <a:defRPr sz="3600" b="1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lang="en-US"/>
              <a:t>Click to edit Master title style</a:t>
            </a:r>
            <a:endParaRPr lang="en-K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268286-6D6A-E59D-EEDF-AC2AD0AAE1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38718"/>
            <a:ext cx="9144000" cy="1419081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C4AC40-E21B-FB32-334A-BDEBBED17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89FB6-7A13-4794-85F5-1DA6760C9127}" type="datetimeFigureOut">
              <a:rPr lang="en-KE" smtClean="0"/>
              <a:t>03/09/2025</a:t>
            </a:fld>
            <a:endParaRPr lang="en-K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44B1E-1A75-6D82-9522-EEF0E9836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B8BD59-99F6-E9D5-843C-CCEA83908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19F72-1A84-4687-B6E1-39C115368945}" type="slidenum">
              <a:rPr lang="en-KE" smtClean="0"/>
              <a:t>‹#›</a:t>
            </a:fld>
            <a:endParaRPr lang="en-KE"/>
          </a:p>
        </p:txBody>
      </p:sp>
      <p:sp>
        <p:nvSpPr>
          <p:cNvPr id="9" name="object 123">
            <a:extLst>
              <a:ext uri="{FF2B5EF4-FFF2-40B4-BE49-F238E27FC236}">
                <a16:creationId xmlns:a16="http://schemas.microsoft.com/office/drawing/2014/main" id="{3DE8D3B0-B91F-0074-75FD-B2AF4E9931B9}"/>
              </a:ext>
            </a:extLst>
          </p:cNvPr>
          <p:cNvSpPr/>
          <p:nvPr/>
        </p:nvSpPr>
        <p:spPr>
          <a:xfrm>
            <a:off x="410268" y="769865"/>
            <a:ext cx="10924540" cy="169545"/>
          </a:xfrm>
          <a:custGeom>
            <a:avLst/>
            <a:gdLst/>
            <a:ahLst/>
            <a:cxnLst/>
            <a:rect l="l" t="t" r="r" b="b"/>
            <a:pathLst>
              <a:path w="10924540" h="169545">
                <a:moveTo>
                  <a:pt x="10453372" y="142443"/>
                </a:moveTo>
                <a:lnTo>
                  <a:pt x="10453372" y="112229"/>
                </a:lnTo>
                <a:lnTo>
                  <a:pt x="10484233" y="66776"/>
                </a:lnTo>
                <a:lnTo>
                  <a:pt x="10567837" y="66776"/>
                </a:lnTo>
                <a:lnTo>
                  <a:pt x="10567837" y="141262"/>
                </a:lnTo>
                <a:lnTo>
                  <a:pt x="10592589" y="141262"/>
                </a:lnTo>
                <a:lnTo>
                  <a:pt x="10592589" y="0"/>
                </a:lnTo>
                <a:lnTo>
                  <a:pt x="10924326" y="0"/>
                </a:lnTo>
                <a:lnTo>
                  <a:pt x="10924326" y="169189"/>
                </a:lnTo>
                <a:lnTo>
                  <a:pt x="10880740" y="169189"/>
                </a:lnTo>
                <a:lnTo>
                  <a:pt x="10878785" y="159504"/>
                </a:lnTo>
                <a:lnTo>
                  <a:pt x="10873455" y="151596"/>
                </a:lnTo>
                <a:lnTo>
                  <a:pt x="10865550" y="146265"/>
                </a:lnTo>
                <a:lnTo>
                  <a:pt x="10855873" y="144310"/>
                </a:lnTo>
                <a:lnTo>
                  <a:pt x="10794151" y="144310"/>
                </a:lnTo>
                <a:lnTo>
                  <a:pt x="10784474" y="146265"/>
                </a:lnTo>
                <a:lnTo>
                  <a:pt x="10776570" y="151596"/>
                </a:lnTo>
                <a:lnTo>
                  <a:pt x="10771239" y="159504"/>
                </a:lnTo>
                <a:lnTo>
                  <a:pt x="10769285" y="169189"/>
                </a:lnTo>
                <a:lnTo>
                  <a:pt x="10540138" y="169189"/>
                </a:lnTo>
                <a:lnTo>
                  <a:pt x="10538185" y="159504"/>
                </a:lnTo>
                <a:lnTo>
                  <a:pt x="10532858" y="151596"/>
                </a:lnTo>
                <a:lnTo>
                  <a:pt x="10524954" y="146265"/>
                </a:lnTo>
                <a:lnTo>
                  <a:pt x="10515272" y="144310"/>
                </a:lnTo>
                <a:lnTo>
                  <a:pt x="10505595" y="146265"/>
                </a:lnTo>
                <a:lnTo>
                  <a:pt x="10497690" y="151596"/>
                </a:lnTo>
                <a:lnTo>
                  <a:pt x="10492360" y="159504"/>
                </a:lnTo>
                <a:lnTo>
                  <a:pt x="10490405" y="169189"/>
                </a:lnTo>
                <a:lnTo>
                  <a:pt x="10453372" y="169189"/>
                </a:lnTo>
                <a:lnTo>
                  <a:pt x="0" y="169189"/>
                </a:lnTo>
              </a:path>
            </a:pathLst>
          </a:custGeom>
          <a:ln w="17995">
            <a:solidFill>
              <a:srgbClr val="EE2D29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0" name="object 124">
            <a:extLst>
              <a:ext uri="{FF2B5EF4-FFF2-40B4-BE49-F238E27FC236}">
                <a16:creationId xmlns:a16="http://schemas.microsoft.com/office/drawing/2014/main" id="{DE140222-35AD-F108-9E2E-EA5BB9BEAF83}"/>
              </a:ext>
            </a:extLst>
          </p:cNvPr>
          <p:cNvSpPr/>
          <p:nvPr/>
        </p:nvSpPr>
        <p:spPr>
          <a:xfrm>
            <a:off x="122271" y="936801"/>
            <a:ext cx="464820" cy="0"/>
          </a:xfrm>
          <a:custGeom>
            <a:avLst/>
            <a:gdLst/>
            <a:ahLst/>
            <a:cxnLst/>
            <a:rect l="l" t="t" r="r" b="b"/>
            <a:pathLst>
              <a:path w="464820">
                <a:moveTo>
                  <a:pt x="0" y="0"/>
                </a:moveTo>
                <a:lnTo>
                  <a:pt x="464400" y="0"/>
                </a:lnTo>
              </a:path>
            </a:pathLst>
          </a:custGeom>
          <a:ln w="3600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F44D0A-4145-010F-ABD4-202829EC02A4}"/>
              </a:ext>
            </a:extLst>
          </p:cNvPr>
          <p:cNvGrpSpPr/>
          <p:nvPr userDrawn="1"/>
        </p:nvGrpSpPr>
        <p:grpSpPr>
          <a:xfrm>
            <a:off x="308774" y="377557"/>
            <a:ext cx="144451" cy="6480443"/>
            <a:chOff x="324002" y="0"/>
            <a:chExt cx="144451" cy="6480443"/>
          </a:xfrm>
        </p:grpSpPr>
        <p:sp>
          <p:nvSpPr>
            <p:cNvPr id="12" name="bg object 16">
              <a:extLst>
                <a:ext uri="{FF2B5EF4-FFF2-40B4-BE49-F238E27FC236}">
                  <a16:creationId xmlns:a16="http://schemas.microsoft.com/office/drawing/2014/main" id="{CFB10AAE-7C25-8204-0810-A3ADC3D50377}"/>
                </a:ext>
              </a:extLst>
            </p:cNvPr>
            <p:cNvSpPr/>
            <p:nvPr/>
          </p:nvSpPr>
          <p:spPr>
            <a:xfrm>
              <a:off x="324002" y="106792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bg object 17">
              <a:extLst>
                <a:ext uri="{FF2B5EF4-FFF2-40B4-BE49-F238E27FC236}">
                  <a16:creationId xmlns:a16="http://schemas.microsoft.com/office/drawing/2014/main" id="{7EA4AA47-8679-E173-3381-7581067BBFC1}"/>
                </a:ext>
              </a:extLst>
            </p:cNvPr>
            <p:cNvSpPr/>
            <p:nvPr/>
          </p:nvSpPr>
          <p:spPr>
            <a:xfrm>
              <a:off x="324002" y="2621162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bg object 18">
              <a:extLst>
                <a:ext uri="{FF2B5EF4-FFF2-40B4-BE49-F238E27FC236}">
                  <a16:creationId xmlns:a16="http://schemas.microsoft.com/office/drawing/2014/main" id="{B0F1F4D6-B402-A403-E36A-DC91222F3965}"/>
                </a:ext>
              </a:extLst>
            </p:cNvPr>
            <p:cNvSpPr/>
            <p:nvPr/>
          </p:nvSpPr>
          <p:spPr>
            <a:xfrm>
              <a:off x="324002" y="960802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bg object 19">
              <a:extLst>
                <a:ext uri="{FF2B5EF4-FFF2-40B4-BE49-F238E27FC236}">
                  <a16:creationId xmlns:a16="http://schemas.microsoft.com/office/drawing/2014/main" id="{620A1648-2551-3130-84F8-9D0AAD216537}"/>
                </a:ext>
              </a:extLst>
            </p:cNvPr>
            <p:cNvSpPr/>
            <p:nvPr/>
          </p:nvSpPr>
          <p:spPr>
            <a:xfrm>
              <a:off x="324002" y="497780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bg object 20">
              <a:extLst>
                <a:ext uri="{FF2B5EF4-FFF2-40B4-BE49-F238E27FC236}">
                  <a16:creationId xmlns:a16="http://schemas.microsoft.com/office/drawing/2014/main" id="{0F27B670-72E9-0E6C-9C3D-9C7AF6135709}"/>
                </a:ext>
              </a:extLst>
            </p:cNvPr>
            <p:cNvSpPr/>
            <p:nvPr/>
          </p:nvSpPr>
          <p:spPr>
            <a:xfrm>
              <a:off x="324002" y="853682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bg object 21">
              <a:extLst>
                <a:ext uri="{FF2B5EF4-FFF2-40B4-BE49-F238E27FC236}">
                  <a16:creationId xmlns:a16="http://schemas.microsoft.com/office/drawing/2014/main" id="{E49A97C7-A655-8447-D1A0-66AE17078E12}"/>
                </a:ext>
              </a:extLst>
            </p:cNvPr>
            <p:cNvSpPr/>
            <p:nvPr/>
          </p:nvSpPr>
          <p:spPr>
            <a:xfrm>
              <a:off x="324002" y="449576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bg object 22">
              <a:extLst>
                <a:ext uri="{FF2B5EF4-FFF2-40B4-BE49-F238E27FC236}">
                  <a16:creationId xmlns:a16="http://schemas.microsoft.com/office/drawing/2014/main" id="{F3DB17A7-C3A1-8EA4-D701-72EE8DE5127C}"/>
                </a:ext>
              </a:extLst>
            </p:cNvPr>
            <p:cNvSpPr/>
            <p:nvPr/>
          </p:nvSpPr>
          <p:spPr>
            <a:xfrm>
              <a:off x="324002" y="6209687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bg object 23">
              <a:extLst>
                <a:ext uri="{FF2B5EF4-FFF2-40B4-BE49-F238E27FC236}">
                  <a16:creationId xmlns:a16="http://schemas.microsoft.com/office/drawing/2014/main" id="{3D695A10-888A-9D10-4831-826D55392311}"/>
                </a:ext>
              </a:extLst>
            </p:cNvPr>
            <p:cNvSpPr/>
            <p:nvPr/>
          </p:nvSpPr>
          <p:spPr>
            <a:xfrm>
              <a:off x="324002" y="369236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bg object 24">
              <a:extLst>
                <a:ext uri="{FF2B5EF4-FFF2-40B4-BE49-F238E27FC236}">
                  <a16:creationId xmlns:a16="http://schemas.microsoft.com/office/drawing/2014/main" id="{BE4CB800-DB54-4041-A07E-F1BBDEFEFB64}"/>
                </a:ext>
              </a:extLst>
            </p:cNvPr>
            <p:cNvSpPr/>
            <p:nvPr/>
          </p:nvSpPr>
          <p:spPr>
            <a:xfrm>
              <a:off x="324002" y="562052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bg object 25">
              <a:extLst>
                <a:ext uri="{FF2B5EF4-FFF2-40B4-BE49-F238E27FC236}">
                  <a16:creationId xmlns:a16="http://schemas.microsoft.com/office/drawing/2014/main" id="{2274D443-8C62-6AA3-164A-C5AAB7E21D11}"/>
                </a:ext>
              </a:extLst>
            </p:cNvPr>
            <p:cNvSpPr/>
            <p:nvPr/>
          </p:nvSpPr>
          <p:spPr>
            <a:xfrm>
              <a:off x="324002" y="272828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bg object 26">
              <a:extLst>
                <a:ext uri="{FF2B5EF4-FFF2-40B4-BE49-F238E27FC236}">
                  <a16:creationId xmlns:a16="http://schemas.microsoft.com/office/drawing/2014/main" id="{C9CC790E-775A-85CE-B3ED-FD8D66B01B37}"/>
                </a:ext>
              </a:extLst>
            </p:cNvPr>
            <p:cNvSpPr/>
            <p:nvPr/>
          </p:nvSpPr>
          <p:spPr>
            <a:xfrm>
              <a:off x="324002" y="746561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bg object 27">
              <a:extLst>
                <a:ext uri="{FF2B5EF4-FFF2-40B4-BE49-F238E27FC236}">
                  <a16:creationId xmlns:a16="http://schemas.microsoft.com/office/drawing/2014/main" id="{1A0344EF-9E4D-C485-F4E3-0EA3C8971F2D}"/>
                </a:ext>
              </a:extLst>
            </p:cNvPr>
            <p:cNvSpPr/>
            <p:nvPr/>
          </p:nvSpPr>
          <p:spPr>
            <a:xfrm>
              <a:off x="324002" y="492424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bg object 28">
              <a:extLst>
                <a:ext uri="{FF2B5EF4-FFF2-40B4-BE49-F238E27FC236}">
                  <a16:creationId xmlns:a16="http://schemas.microsoft.com/office/drawing/2014/main" id="{F78E14C9-7E80-3669-9FCD-1AF2DFF7C6E3}"/>
                </a:ext>
              </a:extLst>
            </p:cNvPr>
            <p:cNvSpPr/>
            <p:nvPr/>
          </p:nvSpPr>
          <p:spPr>
            <a:xfrm>
              <a:off x="324002" y="256760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bg object 29">
              <a:extLst>
                <a:ext uri="{FF2B5EF4-FFF2-40B4-BE49-F238E27FC236}">
                  <a16:creationId xmlns:a16="http://schemas.microsoft.com/office/drawing/2014/main" id="{14F05DBA-8ADE-7357-D2BA-85C26EDAF2C0}"/>
                </a:ext>
              </a:extLst>
            </p:cNvPr>
            <p:cNvSpPr/>
            <p:nvPr/>
          </p:nvSpPr>
          <p:spPr>
            <a:xfrm>
              <a:off x="324002" y="1764202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bg object 30">
              <a:extLst>
                <a:ext uri="{FF2B5EF4-FFF2-40B4-BE49-F238E27FC236}">
                  <a16:creationId xmlns:a16="http://schemas.microsoft.com/office/drawing/2014/main" id="{8C78D36B-4DC3-9241-87FB-DBCEB06E89EF}"/>
                </a:ext>
              </a:extLst>
            </p:cNvPr>
            <p:cNvSpPr/>
            <p:nvPr/>
          </p:nvSpPr>
          <p:spPr>
            <a:xfrm>
              <a:off x="324002" y="315676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bg object 31">
              <a:extLst>
                <a:ext uri="{FF2B5EF4-FFF2-40B4-BE49-F238E27FC236}">
                  <a16:creationId xmlns:a16="http://schemas.microsoft.com/office/drawing/2014/main" id="{7EB5CB0A-951E-D5C4-2607-3E9D442D9ACE}"/>
                </a:ext>
              </a:extLst>
            </p:cNvPr>
            <p:cNvSpPr/>
            <p:nvPr/>
          </p:nvSpPr>
          <p:spPr>
            <a:xfrm>
              <a:off x="324002" y="160352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bg object 32">
              <a:extLst>
                <a:ext uri="{FF2B5EF4-FFF2-40B4-BE49-F238E27FC236}">
                  <a16:creationId xmlns:a16="http://schemas.microsoft.com/office/drawing/2014/main" id="{BE1C52A3-08F5-7926-37DC-0C536172C97D}"/>
                </a:ext>
              </a:extLst>
            </p:cNvPr>
            <p:cNvSpPr/>
            <p:nvPr/>
          </p:nvSpPr>
          <p:spPr>
            <a:xfrm>
              <a:off x="324002" y="5299166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bg object 33">
              <a:extLst>
                <a:ext uri="{FF2B5EF4-FFF2-40B4-BE49-F238E27FC236}">
                  <a16:creationId xmlns:a16="http://schemas.microsoft.com/office/drawing/2014/main" id="{6EAEE305-F13E-D494-7B8D-81A67FC35F51}"/>
                </a:ext>
              </a:extLst>
            </p:cNvPr>
            <p:cNvSpPr/>
            <p:nvPr/>
          </p:nvSpPr>
          <p:spPr>
            <a:xfrm>
              <a:off x="324002" y="1549962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bg object 34">
              <a:extLst>
                <a:ext uri="{FF2B5EF4-FFF2-40B4-BE49-F238E27FC236}">
                  <a16:creationId xmlns:a16="http://schemas.microsoft.com/office/drawing/2014/main" id="{69956D96-CE7D-FB6D-B964-212A47B79E02}"/>
                </a:ext>
              </a:extLst>
            </p:cNvPr>
            <p:cNvSpPr/>
            <p:nvPr/>
          </p:nvSpPr>
          <p:spPr>
            <a:xfrm>
              <a:off x="324002" y="219268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bg object 35">
              <a:extLst>
                <a:ext uri="{FF2B5EF4-FFF2-40B4-BE49-F238E27FC236}">
                  <a16:creationId xmlns:a16="http://schemas.microsoft.com/office/drawing/2014/main" id="{3BD6FE63-2617-5DCE-E10D-E730DB3DC721}"/>
                </a:ext>
              </a:extLst>
            </p:cNvPr>
            <p:cNvSpPr/>
            <p:nvPr/>
          </p:nvSpPr>
          <p:spPr>
            <a:xfrm>
              <a:off x="324002" y="157400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bg object 36">
              <a:extLst>
                <a:ext uri="{FF2B5EF4-FFF2-40B4-BE49-F238E27FC236}">
                  <a16:creationId xmlns:a16="http://schemas.microsoft.com/office/drawing/2014/main" id="{7E22648C-4EE9-8A01-BD6A-6493F979D6A9}"/>
                </a:ext>
              </a:extLst>
            </p:cNvPr>
            <p:cNvSpPr/>
            <p:nvPr/>
          </p:nvSpPr>
          <p:spPr>
            <a:xfrm>
              <a:off x="324002" y="471000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bg object 37">
              <a:extLst>
                <a:ext uri="{FF2B5EF4-FFF2-40B4-BE49-F238E27FC236}">
                  <a16:creationId xmlns:a16="http://schemas.microsoft.com/office/drawing/2014/main" id="{508EB7E3-522E-9D65-5C40-7BF0C55A5E6F}"/>
                </a:ext>
              </a:extLst>
            </p:cNvPr>
            <p:cNvSpPr/>
            <p:nvPr/>
          </p:nvSpPr>
          <p:spPr>
            <a:xfrm>
              <a:off x="324002" y="208556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bg object 38">
              <a:extLst>
                <a:ext uri="{FF2B5EF4-FFF2-40B4-BE49-F238E27FC236}">
                  <a16:creationId xmlns:a16="http://schemas.microsoft.com/office/drawing/2014/main" id="{CD1651E7-C917-660B-22F5-4A23B5904BEF}"/>
                </a:ext>
              </a:extLst>
            </p:cNvPr>
            <p:cNvSpPr/>
            <p:nvPr/>
          </p:nvSpPr>
          <p:spPr>
            <a:xfrm>
              <a:off x="411938" y="6423928"/>
              <a:ext cx="56515" cy="56515"/>
            </a:xfrm>
            <a:custGeom>
              <a:avLst/>
              <a:gdLst/>
              <a:ahLst/>
              <a:cxnLst/>
              <a:rect l="l" t="t" r="r" b="b"/>
              <a:pathLst>
                <a:path w="56515" h="56514">
                  <a:moveTo>
                    <a:pt x="56069" y="0"/>
                  </a:moveTo>
                  <a:lnTo>
                    <a:pt x="0" y="56069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bg object 39">
              <a:extLst>
                <a:ext uri="{FF2B5EF4-FFF2-40B4-BE49-F238E27FC236}">
                  <a16:creationId xmlns:a16="http://schemas.microsoft.com/office/drawing/2014/main" id="{44320118-E09F-AE7B-D466-018A97D89E85}"/>
                </a:ext>
              </a:extLst>
            </p:cNvPr>
            <p:cNvSpPr/>
            <p:nvPr/>
          </p:nvSpPr>
          <p:spPr>
            <a:xfrm>
              <a:off x="324002" y="210960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bg object 40">
              <a:extLst>
                <a:ext uri="{FF2B5EF4-FFF2-40B4-BE49-F238E27FC236}">
                  <a16:creationId xmlns:a16="http://schemas.microsoft.com/office/drawing/2014/main" id="{BDBFD37B-9312-B7B9-7815-B1CC47711449}"/>
                </a:ext>
              </a:extLst>
            </p:cNvPr>
            <p:cNvSpPr/>
            <p:nvPr/>
          </p:nvSpPr>
          <p:spPr>
            <a:xfrm>
              <a:off x="324002" y="417440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bg object 41">
              <a:extLst>
                <a:ext uri="{FF2B5EF4-FFF2-40B4-BE49-F238E27FC236}">
                  <a16:creationId xmlns:a16="http://schemas.microsoft.com/office/drawing/2014/main" id="{64659DF3-4BF8-FAFE-BE04-66F0C09C7A28}"/>
                </a:ext>
              </a:extLst>
            </p:cNvPr>
            <p:cNvSpPr/>
            <p:nvPr/>
          </p:nvSpPr>
          <p:spPr>
            <a:xfrm>
              <a:off x="324002" y="5941886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bg object 42">
              <a:extLst>
                <a:ext uri="{FF2B5EF4-FFF2-40B4-BE49-F238E27FC236}">
                  <a16:creationId xmlns:a16="http://schemas.microsoft.com/office/drawing/2014/main" id="{AF9ABECC-7BD2-6365-64ED-F784470CEECF}"/>
                </a:ext>
              </a:extLst>
            </p:cNvPr>
            <p:cNvSpPr/>
            <p:nvPr/>
          </p:nvSpPr>
          <p:spPr>
            <a:xfrm>
              <a:off x="324002" y="326388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bg object 43">
              <a:extLst>
                <a:ext uri="{FF2B5EF4-FFF2-40B4-BE49-F238E27FC236}">
                  <a16:creationId xmlns:a16="http://schemas.microsoft.com/office/drawing/2014/main" id="{3A20268D-B5D0-41B5-CBB0-3074ECC8AEA5}"/>
                </a:ext>
              </a:extLst>
            </p:cNvPr>
            <p:cNvSpPr/>
            <p:nvPr/>
          </p:nvSpPr>
          <p:spPr>
            <a:xfrm>
              <a:off x="324002" y="1335722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bg object 44">
              <a:extLst>
                <a:ext uri="{FF2B5EF4-FFF2-40B4-BE49-F238E27FC236}">
                  <a16:creationId xmlns:a16="http://schemas.microsoft.com/office/drawing/2014/main" id="{443B6BBE-E8DC-0A22-5BCE-302A129D7945}"/>
                </a:ext>
              </a:extLst>
            </p:cNvPr>
            <p:cNvSpPr/>
            <p:nvPr/>
          </p:nvSpPr>
          <p:spPr>
            <a:xfrm>
              <a:off x="324002" y="519204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bg object 45">
              <a:extLst>
                <a:ext uri="{FF2B5EF4-FFF2-40B4-BE49-F238E27FC236}">
                  <a16:creationId xmlns:a16="http://schemas.microsoft.com/office/drawing/2014/main" id="{F75803B5-CF22-4985-6343-D73A3E608EFA}"/>
                </a:ext>
              </a:extLst>
            </p:cNvPr>
            <p:cNvSpPr/>
            <p:nvPr/>
          </p:nvSpPr>
          <p:spPr>
            <a:xfrm>
              <a:off x="324002" y="0"/>
              <a:ext cx="87630" cy="87630"/>
            </a:xfrm>
            <a:custGeom>
              <a:avLst/>
              <a:gdLst/>
              <a:ahLst/>
              <a:cxnLst/>
              <a:rect l="l" t="t" r="r" b="b"/>
              <a:pathLst>
                <a:path w="87629" h="87630">
                  <a:moveTo>
                    <a:pt x="87167" y="0"/>
                  </a:moveTo>
                  <a:lnTo>
                    <a:pt x="0" y="87167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bg object 46">
              <a:extLst>
                <a:ext uri="{FF2B5EF4-FFF2-40B4-BE49-F238E27FC236}">
                  <a16:creationId xmlns:a16="http://schemas.microsoft.com/office/drawing/2014/main" id="{1AFA0D5B-B2A1-4896-E70F-C9E7AAE85759}"/>
                </a:ext>
              </a:extLst>
            </p:cNvPr>
            <p:cNvSpPr/>
            <p:nvPr/>
          </p:nvSpPr>
          <p:spPr>
            <a:xfrm>
              <a:off x="324002" y="310320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bg object 47">
              <a:extLst>
                <a:ext uri="{FF2B5EF4-FFF2-40B4-BE49-F238E27FC236}">
                  <a16:creationId xmlns:a16="http://schemas.microsoft.com/office/drawing/2014/main" id="{51F3501F-56F8-0F23-8967-1FED41471EBE}"/>
                </a:ext>
              </a:extLst>
            </p:cNvPr>
            <p:cNvSpPr/>
            <p:nvPr/>
          </p:nvSpPr>
          <p:spPr>
            <a:xfrm>
              <a:off x="324002" y="342456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bg object 48">
              <a:extLst>
                <a:ext uri="{FF2B5EF4-FFF2-40B4-BE49-F238E27FC236}">
                  <a16:creationId xmlns:a16="http://schemas.microsoft.com/office/drawing/2014/main" id="{0163E6FB-84EE-6FC0-6E55-0A6B6BC5F604}"/>
                </a:ext>
              </a:extLst>
            </p:cNvPr>
            <p:cNvSpPr/>
            <p:nvPr/>
          </p:nvSpPr>
          <p:spPr>
            <a:xfrm>
              <a:off x="324002" y="5513406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bg object 49">
              <a:extLst>
                <a:ext uri="{FF2B5EF4-FFF2-40B4-BE49-F238E27FC236}">
                  <a16:creationId xmlns:a16="http://schemas.microsoft.com/office/drawing/2014/main" id="{FBBB91D1-9561-B326-9C7F-6AEC9EEB68BB}"/>
                </a:ext>
              </a:extLst>
            </p:cNvPr>
            <p:cNvSpPr/>
            <p:nvPr/>
          </p:nvSpPr>
          <p:spPr>
            <a:xfrm>
              <a:off x="324002" y="251404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bg object 50">
              <a:extLst>
                <a:ext uri="{FF2B5EF4-FFF2-40B4-BE49-F238E27FC236}">
                  <a16:creationId xmlns:a16="http://schemas.microsoft.com/office/drawing/2014/main" id="{DA362A01-9128-7E3D-E84A-316B3B358F4E}"/>
                </a:ext>
              </a:extLst>
            </p:cNvPr>
            <p:cNvSpPr/>
            <p:nvPr/>
          </p:nvSpPr>
          <p:spPr>
            <a:xfrm>
              <a:off x="324002" y="53232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bg object 51">
              <a:extLst>
                <a:ext uri="{FF2B5EF4-FFF2-40B4-BE49-F238E27FC236}">
                  <a16:creationId xmlns:a16="http://schemas.microsoft.com/office/drawing/2014/main" id="{18B6B886-037D-E756-3DC8-A205E6B49333}"/>
                </a:ext>
              </a:extLst>
            </p:cNvPr>
            <p:cNvSpPr/>
            <p:nvPr/>
          </p:nvSpPr>
          <p:spPr>
            <a:xfrm>
              <a:off x="324002" y="481712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bg object 52">
              <a:extLst>
                <a:ext uri="{FF2B5EF4-FFF2-40B4-BE49-F238E27FC236}">
                  <a16:creationId xmlns:a16="http://schemas.microsoft.com/office/drawing/2014/main" id="{734DC1BE-427B-E0DA-1092-C5D9B5B4FD64}"/>
                </a:ext>
              </a:extLst>
            </p:cNvPr>
            <p:cNvSpPr/>
            <p:nvPr/>
          </p:nvSpPr>
          <p:spPr>
            <a:xfrm>
              <a:off x="324002" y="240692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bg object 53">
              <a:extLst>
                <a:ext uri="{FF2B5EF4-FFF2-40B4-BE49-F238E27FC236}">
                  <a16:creationId xmlns:a16="http://schemas.microsoft.com/office/drawing/2014/main" id="{EB8F8CEF-BE75-6261-47FA-2F2F3620910C}"/>
                </a:ext>
              </a:extLst>
            </p:cNvPr>
            <p:cNvSpPr/>
            <p:nvPr/>
          </p:nvSpPr>
          <p:spPr>
            <a:xfrm>
              <a:off x="324002" y="585882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bg object 54">
              <a:extLst>
                <a:ext uri="{FF2B5EF4-FFF2-40B4-BE49-F238E27FC236}">
                  <a16:creationId xmlns:a16="http://schemas.microsoft.com/office/drawing/2014/main" id="{8421CA0B-CDE0-2BB9-3FAC-83E5768E832D}"/>
                </a:ext>
              </a:extLst>
            </p:cNvPr>
            <p:cNvSpPr/>
            <p:nvPr/>
          </p:nvSpPr>
          <p:spPr>
            <a:xfrm>
              <a:off x="324002" y="433508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bg object 55">
              <a:extLst>
                <a:ext uri="{FF2B5EF4-FFF2-40B4-BE49-F238E27FC236}">
                  <a16:creationId xmlns:a16="http://schemas.microsoft.com/office/drawing/2014/main" id="{96FD0E9C-F21E-27AB-13B8-DD28ED0B4CC4}"/>
                </a:ext>
              </a:extLst>
            </p:cNvPr>
            <p:cNvSpPr/>
            <p:nvPr/>
          </p:nvSpPr>
          <p:spPr>
            <a:xfrm>
              <a:off x="324002" y="6102567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bg object 56">
              <a:extLst>
                <a:ext uri="{FF2B5EF4-FFF2-40B4-BE49-F238E27FC236}">
                  <a16:creationId xmlns:a16="http://schemas.microsoft.com/office/drawing/2014/main" id="{4DBA80CF-83B5-AE0B-6D26-64E4C2F86E71}"/>
                </a:ext>
              </a:extLst>
            </p:cNvPr>
            <p:cNvSpPr/>
            <p:nvPr/>
          </p:nvSpPr>
          <p:spPr>
            <a:xfrm>
              <a:off x="324002" y="363880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bg object 57">
              <a:extLst>
                <a:ext uri="{FF2B5EF4-FFF2-40B4-BE49-F238E27FC236}">
                  <a16:creationId xmlns:a16="http://schemas.microsoft.com/office/drawing/2014/main" id="{1E824F87-A993-0588-2E45-4BCBD652C674}"/>
                </a:ext>
              </a:extLst>
            </p:cNvPr>
            <p:cNvSpPr/>
            <p:nvPr/>
          </p:nvSpPr>
          <p:spPr>
            <a:xfrm>
              <a:off x="324002" y="187132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bg object 58">
              <a:extLst>
                <a:ext uri="{FF2B5EF4-FFF2-40B4-BE49-F238E27FC236}">
                  <a16:creationId xmlns:a16="http://schemas.microsoft.com/office/drawing/2014/main" id="{BAF4F32C-0FBA-F036-4B83-045C2F37A4AE}"/>
                </a:ext>
              </a:extLst>
            </p:cNvPr>
            <p:cNvSpPr/>
            <p:nvPr/>
          </p:nvSpPr>
          <p:spPr>
            <a:xfrm>
              <a:off x="324002" y="540628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bg object 59">
              <a:extLst>
                <a:ext uri="{FF2B5EF4-FFF2-40B4-BE49-F238E27FC236}">
                  <a16:creationId xmlns:a16="http://schemas.microsoft.com/office/drawing/2014/main" id="{1FA35B54-5EA9-0FE5-3627-388E5B58DD9E}"/>
                </a:ext>
              </a:extLst>
            </p:cNvPr>
            <p:cNvSpPr/>
            <p:nvPr/>
          </p:nvSpPr>
          <p:spPr>
            <a:xfrm>
              <a:off x="324002" y="318082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bg object 60">
              <a:extLst>
                <a:ext uri="{FF2B5EF4-FFF2-40B4-BE49-F238E27FC236}">
                  <a16:creationId xmlns:a16="http://schemas.microsoft.com/office/drawing/2014/main" id="{0F2E0C1B-7B5B-AB97-DDD4-2F2F019900B7}"/>
                </a:ext>
              </a:extLst>
            </p:cNvPr>
            <p:cNvSpPr/>
            <p:nvPr/>
          </p:nvSpPr>
          <p:spPr>
            <a:xfrm>
              <a:off x="324002" y="337100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bg object 61">
              <a:extLst>
                <a:ext uri="{FF2B5EF4-FFF2-40B4-BE49-F238E27FC236}">
                  <a16:creationId xmlns:a16="http://schemas.microsoft.com/office/drawing/2014/main" id="{BF73DC15-D7AD-F929-58B5-2DC5330F0712}"/>
                </a:ext>
              </a:extLst>
            </p:cNvPr>
            <p:cNvSpPr/>
            <p:nvPr/>
          </p:nvSpPr>
          <p:spPr>
            <a:xfrm>
              <a:off x="324002" y="0"/>
              <a:ext cx="140970" cy="140970"/>
            </a:xfrm>
            <a:custGeom>
              <a:avLst/>
              <a:gdLst/>
              <a:ahLst/>
              <a:cxnLst/>
              <a:rect l="l" t="t" r="r" b="b"/>
              <a:pathLst>
                <a:path w="140970" h="140970">
                  <a:moveTo>
                    <a:pt x="140727" y="0"/>
                  </a:moveTo>
                  <a:lnTo>
                    <a:pt x="0" y="140727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bg object 62">
              <a:extLst>
                <a:ext uri="{FF2B5EF4-FFF2-40B4-BE49-F238E27FC236}">
                  <a16:creationId xmlns:a16="http://schemas.microsoft.com/office/drawing/2014/main" id="{AB8E4E7E-BEF8-A576-FD6B-03C54D79416E}"/>
                </a:ext>
              </a:extLst>
            </p:cNvPr>
            <p:cNvSpPr/>
            <p:nvPr/>
          </p:nvSpPr>
          <p:spPr>
            <a:xfrm>
              <a:off x="324002" y="396016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bg object 63">
              <a:extLst>
                <a:ext uri="{FF2B5EF4-FFF2-40B4-BE49-F238E27FC236}">
                  <a16:creationId xmlns:a16="http://schemas.microsoft.com/office/drawing/2014/main" id="{A09814DE-602C-5726-50C3-03ECAF732A49}"/>
                </a:ext>
              </a:extLst>
            </p:cNvPr>
            <p:cNvSpPr/>
            <p:nvPr/>
          </p:nvSpPr>
          <p:spPr>
            <a:xfrm>
              <a:off x="324002" y="583476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bg object 64">
              <a:extLst>
                <a:ext uri="{FF2B5EF4-FFF2-40B4-BE49-F238E27FC236}">
                  <a16:creationId xmlns:a16="http://schemas.microsoft.com/office/drawing/2014/main" id="{CA8476D5-2185-3F65-9759-E4A9FBE84F56}"/>
                </a:ext>
              </a:extLst>
            </p:cNvPr>
            <p:cNvSpPr/>
            <p:nvPr/>
          </p:nvSpPr>
          <p:spPr>
            <a:xfrm>
              <a:off x="324002" y="304964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bg object 65">
              <a:extLst>
                <a:ext uri="{FF2B5EF4-FFF2-40B4-BE49-F238E27FC236}">
                  <a16:creationId xmlns:a16="http://schemas.microsoft.com/office/drawing/2014/main" id="{F66D6266-85F5-ED49-E12F-DBB7169B4EF1}"/>
                </a:ext>
              </a:extLst>
            </p:cNvPr>
            <p:cNvSpPr/>
            <p:nvPr/>
          </p:nvSpPr>
          <p:spPr>
            <a:xfrm>
              <a:off x="324002" y="1175041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bg object 66">
              <a:extLst>
                <a:ext uri="{FF2B5EF4-FFF2-40B4-BE49-F238E27FC236}">
                  <a16:creationId xmlns:a16="http://schemas.microsoft.com/office/drawing/2014/main" id="{3372BACB-261A-2713-11E0-3C769D8373F6}"/>
                </a:ext>
              </a:extLst>
            </p:cNvPr>
            <p:cNvSpPr/>
            <p:nvPr/>
          </p:nvSpPr>
          <p:spPr>
            <a:xfrm>
              <a:off x="324002" y="508492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bg object 67">
              <a:extLst>
                <a:ext uri="{FF2B5EF4-FFF2-40B4-BE49-F238E27FC236}">
                  <a16:creationId xmlns:a16="http://schemas.microsoft.com/office/drawing/2014/main" id="{B730BB2D-B042-210C-E1A5-2FEE6C467C51}"/>
                </a:ext>
              </a:extLst>
            </p:cNvPr>
            <p:cNvSpPr/>
            <p:nvPr/>
          </p:nvSpPr>
          <p:spPr>
            <a:xfrm>
              <a:off x="324002" y="283540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bg object 68">
              <a:extLst>
                <a:ext uri="{FF2B5EF4-FFF2-40B4-BE49-F238E27FC236}">
                  <a16:creationId xmlns:a16="http://schemas.microsoft.com/office/drawing/2014/main" id="{0154B44B-F7A6-9CB8-E0FF-3F78F8FC175A}"/>
                </a:ext>
              </a:extLst>
            </p:cNvPr>
            <p:cNvSpPr/>
            <p:nvPr/>
          </p:nvSpPr>
          <p:spPr>
            <a:xfrm>
              <a:off x="324002" y="122860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bg object 69">
              <a:extLst>
                <a:ext uri="{FF2B5EF4-FFF2-40B4-BE49-F238E27FC236}">
                  <a16:creationId xmlns:a16="http://schemas.microsoft.com/office/drawing/2014/main" id="{3C95D0A3-73D2-7C0F-B379-FE50D3E4528E}"/>
                </a:ext>
              </a:extLst>
            </p:cNvPr>
            <p:cNvSpPr/>
            <p:nvPr/>
          </p:nvSpPr>
          <p:spPr>
            <a:xfrm>
              <a:off x="324002" y="197844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bg object 70">
              <a:extLst>
                <a:ext uri="{FF2B5EF4-FFF2-40B4-BE49-F238E27FC236}">
                  <a16:creationId xmlns:a16="http://schemas.microsoft.com/office/drawing/2014/main" id="{7F525406-3B8F-9576-DF7E-DEC777AB943C}"/>
                </a:ext>
              </a:extLst>
            </p:cNvPr>
            <p:cNvSpPr/>
            <p:nvPr/>
          </p:nvSpPr>
          <p:spPr>
            <a:xfrm>
              <a:off x="324002" y="4602886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" name="bg object 71">
              <a:extLst>
                <a:ext uri="{FF2B5EF4-FFF2-40B4-BE49-F238E27FC236}">
                  <a16:creationId xmlns:a16="http://schemas.microsoft.com/office/drawing/2014/main" id="{26416629-38B5-682A-2673-B1D763AA907E}"/>
                </a:ext>
              </a:extLst>
            </p:cNvPr>
            <p:cNvSpPr/>
            <p:nvPr/>
          </p:nvSpPr>
          <p:spPr>
            <a:xfrm>
              <a:off x="324002" y="6316807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" name="bg object 72">
              <a:extLst>
                <a:ext uri="{FF2B5EF4-FFF2-40B4-BE49-F238E27FC236}">
                  <a16:creationId xmlns:a16="http://schemas.microsoft.com/office/drawing/2014/main" id="{FFCF56DD-A780-A4AA-890F-4CF59907D58F}"/>
                </a:ext>
              </a:extLst>
            </p:cNvPr>
            <p:cNvSpPr/>
            <p:nvPr/>
          </p:nvSpPr>
          <p:spPr>
            <a:xfrm>
              <a:off x="324002" y="412084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bg object 73">
              <a:extLst>
                <a:ext uri="{FF2B5EF4-FFF2-40B4-BE49-F238E27FC236}">
                  <a16:creationId xmlns:a16="http://schemas.microsoft.com/office/drawing/2014/main" id="{F5FE21D1-00E6-FDA0-0FCF-2D5289FAC3FC}"/>
                </a:ext>
              </a:extLst>
            </p:cNvPr>
            <p:cNvSpPr/>
            <p:nvPr/>
          </p:nvSpPr>
          <p:spPr>
            <a:xfrm>
              <a:off x="324002" y="5727646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bg object 74">
              <a:extLst>
                <a:ext uri="{FF2B5EF4-FFF2-40B4-BE49-F238E27FC236}">
                  <a16:creationId xmlns:a16="http://schemas.microsoft.com/office/drawing/2014/main" id="{4DB56D2F-B6F8-A158-69D7-741A1140277B}"/>
                </a:ext>
              </a:extLst>
            </p:cNvPr>
            <p:cNvSpPr/>
            <p:nvPr/>
          </p:nvSpPr>
          <p:spPr>
            <a:xfrm>
              <a:off x="324002" y="907242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" name="bg object 75">
              <a:extLst>
                <a:ext uri="{FF2B5EF4-FFF2-40B4-BE49-F238E27FC236}">
                  <a16:creationId xmlns:a16="http://schemas.microsoft.com/office/drawing/2014/main" id="{839A3DD4-D990-D80A-6E8F-0E403766788E}"/>
                </a:ext>
              </a:extLst>
            </p:cNvPr>
            <p:cNvSpPr/>
            <p:nvPr/>
          </p:nvSpPr>
          <p:spPr>
            <a:xfrm>
              <a:off x="324002" y="390660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bg object 76">
              <a:extLst>
                <a:ext uri="{FF2B5EF4-FFF2-40B4-BE49-F238E27FC236}">
                  <a16:creationId xmlns:a16="http://schemas.microsoft.com/office/drawing/2014/main" id="{FBA218AA-422A-5721-A284-5429F8B8DC0E}"/>
                </a:ext>
              </a:extLst>
            </p:cNvPr>
            <p:cNvSpPr/>
            <p:nvPr/>
          </p:nvSpPr>
          <p:spPr>
            <a:xfrm>
              <a:off x="324002" y="165708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" name="bg object 77">
              <a:extLst>
                <a:ext uri="{FF2B5EF4-FFF2-40B4-BE49-F238E27FC236}">
                  <a16:creationId xmlns:a16="http://schemas.microsoft.com/office/drawing/2014/main" id="{7C740B03-0191-6925-4FCE-2236105392C7}"/>
                </a:ext>
              </a:extLst>
            </p:cNvPr>
            <p:cNvSpPr/>
            <p:nvPr/>
          </p:nvSpPr>
          <p:spPr>
            <a:xfrm>
              <a:off x="324002" y="299608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bg object 78">
              <a:extLst>
                <a:ext uri="{FF2B5EF4-FFF2-40B4-BE49-F238E27FC236}">
                  <a16:creationId xmlns:a16="http://schemas.microsoft.com/office/drawing/2014/main" id="{15905527-353C-984E-4EF5-2D7DA0BE0526}"/>
                </a:ext>
              </a:extLst>
            </p:cNvPr>
            <p:cNvSpPr/>
            <p:nvPr/>
          </p:nvSpPr>
          <p:spPr>
            <a:xfrm>
              <a:off x="324002" y="1496402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5" name="bg object 79">
              <a:extLst>
                <a:ext uri="{FF2B5EF4-FFF2-40B4-BE49-F238E27FC236}">
                  <a16:creationId xmlns:a16="http://schemas.microsoft.com/office/drawing/2014/main" id="{D8335885-DFA7-CA5D-8161-5EDDDE770EF5}"/>
                </a:ext>
              </a:extLst>
            </p:cNvPr>
            <p:cNvSpPr/>
            <p:nvPr/>
          </p:nvSpPr>
          <p:spPr>
            <a:xfrm>
              <a:off x="324002" y="524560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bg object 80">
              <a:extLst>
                <a:ext uri="{FF2B5EF4-FFF2-40B4-BE49-F238E27FC236}">
                  <a16:creationId xmlns:a16="http://schemas.microsoft.com/office/drawing/2014/main" id="{E3FF5AFD-1409-110C-2CDB-0A6CC1A7DC2C}"/>
                </a:ext>
              </a:extLst>
            </p:cNvPr>
            <p:cNvSpPr/>
            <p:nvPr/>
          </p:nvSpPr>
          <p:spPr>
            <a:xfrm>
              <a:off x="324002" y="1389282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bg object 81">
              <a:extLst>
                <a:ext uri="{FF2B5EF4-FFF2-40B4-BE49-F238E27FC236}">
                  <a16:creationId xmlns:a16="http://schemas.microsoft.com/office/drawing/2014/main" id="{F88A6466-98DC-EE16-155F-13C7256FDA49}"/>
                </a:ext>
              </a:extLst>
            </p:cNvPr>
            <p:cNvSpPr/>
            <p:nvPr/>
          </p:nvSpPr>
          <p:spPr>
            <a:xfrm>
              <a:off x="324002" y="213912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bg object 82">
              <a:extLst>
                <a:ext uri="{FF2B5EF4-FFF2-40B4-BE49-F238E27FC236}">
                  <a16:creationId xmlns:a16="http://schemas.microsoft.com/office/drawing/2014/main" id="{375FC3A1-E34F-ADEB-36BC-70BB193E191F}"/>
                </a:ext>
              </a:extLst>
            </p:cNvPr>
            <p:cNvSpPr/>
            <p:nvPr/>
          </p:nvSpPr>
          <p:spPr>
            <a:xfrm>
              <a:off x="324002" y="50281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9" name="bg object 83">
              <a:extLst>
                <a:ext uri="{FF2B5EF4-FFF2-40B4-BE49-F238E27FC236}">
                  <a16:creationId xmlns:a16="http://schemas.microsoft.com/office/drawing/2014/main" id="{BA256197-BD63-07A2-A917-C9B070648341}"/>
                </a:ext>
              </a:extLst>
            </p:cNvPr>
            <p:cNvSpPr/>
            <p:nvPr/>
          </p:nvSpPr>
          <p:spPr>
            <a:xfrm>
              <a:off x="324002" y="4656446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0" name="bg object 84">
              <a:extLst>
                <a:ext uri="{FF2B5EF4-FFF2-40B4-BE49-F238E27FC236}">
                  <a16:creationId xmlns:a16="http://schemas.microsoft.com/office/drawing/2014/main" id="{78F401C3-587A-ECAC-FBDE-E47BCE95352E}"/>
                </a:ext>
              </a:extLst>
            </p:cNvPr>
            <p:cNvSpPr/>
            <p:nvPr/>
          </p:nvSpPr>
          <p:spPr>
            <a:xfrm>
              <a:off x="324002" y="203200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bg object 85">
              <a:extLst>
                <a:ext uri="{FF2B5EF4-FFF2-40B4-BE49-F238E27FC236}">
                  <a16:creationId xmlns:a16="http://schemas.microsoft.com/office/drawing/2014/main" id="{1181D34C-8722-684C-52E4-BDF197CF5677}"/>
                </a:ext>
              </a:extLst>
            </p:cNvPr>
            <p:cNvSpPr/>
            <p:nvPr/>
          </p:nvSpPr>
          <p:spPr>
            <a:xfrm>
              <a:off x="358377" y="6370366"/>
              <a:ext cx="109855" cy="109855"/>
            </a:xfrm>
            <a:custGeom>
              <a:avLst/>
              <a:gdLst/>
              <a:ahLst/>
              <a:cxnLst/>
              <a:rect l="l" t="t" r="r" b="b"/>
              <a:pathLst>
                <a:path w="109854" h="109854">
                  <a:moveTo>
                    <a:pt x="109630" y="0"/>
                  </a:moveTo>
                  <a:lnTo>
                    <a:pt x="0" y="109630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2" name="bg object 86">
              <a:extLst>
                <a:ext uri="{FF2B5EF4-FFF2-40B4-BE49-F238E27FC236}">
                  <a16:creationId xmlns:a16="http://schemas.microsoft.com/office/drawing/2014/main" id="{586F0202-EC4A-0EEA-8D13-81F1C46406B9}"/>
                </a:ext>
              </a:extLst>
            </p:cNvPr>
            <p:cNvSpPr/>
            <p:nvPr/>
          </p:nvSpPr>
          <p:spPr>
            <a:xfrm>
              <a:off x="324002" y="103841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bg object 87">
              <a:extLst>
                <a:ext uri="{FF2B5EF4-FFF2-40B4-BE49-F238E27FC236}">
                  <a16:creationId xmlns:a16="http://schemas.microsoft.com/office/drawing/2014/main" id="{B887948E-50F6-0F88-E309-7BA3121DA46B}"/>
                </a:ext>
              </a:extLst>
            </p:cNvPr>
            <p:cNvSpPr/>
            <p:nvPr/>
          </p:nvSpPr>
          <p:spPr>
            <a:xfrm>
              <a:off x="324002" y="406728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bg object 88">
              <a:extLst>
                <a:ext uri="{FF2B5EF4-FFF2-40B4-BE49-F238E27FC236}">
                  <a16:creationId xmlns:a16="http://schemas.microsoft.com/office/drawing/2014/main" id="{50D6B62A-0170-FDAD-E695-ACF28B94BF1D}"/>
                </a:ext>
              </a:extLst>
            </p:cNvPr>
            <p:cNvSpPr/>
            <p:nvPr/>
          </p:nvSpPr>
          <p:spPr>
            <a:xfrm>
              <a:off x="324002" y="5888327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bg object 89">
              <a:extLst>
                <a:ext uri="{FF2B5EF4-FFF2-40B4-BE49-F238E27FC236}">
                  <a16:creationId xmlns:a16="http://schemas.microsoft.com/office/drawing/2014/main" id="{F02D47D5-0116-E485-9B3C-EF535983184F}"/>
                </a:ext>
              </a:extLst>
            </p:cNvPr>
            <p:cNvSpPr/>
            <p:nvPr/>
          </p:nvSpPr>
          <p:spPr>
            <a:xfrm>
              <a:off x="324002" y="321032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bg object 90">
              <a:extLst>
                <a:ext uri="{FF2B5EF4-FFF2-40B4-BE49-F238E27FC236}">
                  <a16:creationId xmlns:a16="http://schemas.microsoft.com/office/drawing/2014/main" id="{12908B9B-015A-CB4C-49A3-8EA0EC3E2C5D}"/>
                </a:ext>
              </a:extLst>
            </p:cNvPr>
            <p:cNvSpPr/>
            <p:nvPr/>
          </p:nvSpPr>
          <p:spPr>
            <a:xfrm>
              <a:off x="324002" y="1282162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7" name="bg object 91">
              <a:extLst>
                <a:ext uri="{FF2B5EF4-FFF2-40B4-BE49-F238E27FC236}">
                  <a16:creationId xmlns:a16="http://schemas.microsoft.com/office/drawing/2014/main" id="{1E88BD07-54DD-632B-2CFB-B463D2900307}"/>
                </a:ext>
              </a:extLst>
            </p:cNvPr>
            <p:cNvSpPr/>
            <p:nvPr/>
          </p:nvSpPr>
          <p:spPr>
            <a:xfrm>
              <a:off x="324002" y="513848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8" name="bg object 92">
              <a:extLst>
                <a:ext uri="{FF2B5EF4-FFF2-40B4-BE49-F238E27FC236}">
                  <a16:creationId xmlns:a16="http://schemas.microsoft.com/office/drawing/2014/main" id="{53F8576B-F02B-EEEA-B0D6-FBDD66F3CF9F}"/>
                </a:ext>
              </a:extLst>
            </p:cNvPr>
            <p:cNvSpPr/>
            <p:nvPr/>
          </p:nvSpPr>
          <p:spPr>
            <a:xfrm>
              <a:off x="324002" y="294252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bg object 93">
              <a:extLst>
                <a:ext uri="{FF2B5EF4-FFF2-40B4-BE49-F238E27FC236}">
                  <a16:creationId xmlns:a16="http://schemas.microsoft.com/office/drawing/2014/main" id="{40DAB7F6-13F3-7D20-B37C-B1176D8F5C4C}"/>
                </a:ext>
              </a:extLst>
            </p:cNvPr>
            <p:cNvSpPr/>
            <p:nvPr/>
          </p:nvSpPr>
          <p:spPr>
            <a:xfrm>
              <a:off x="324002" y="358524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bg object 94">
              <a:extLst>
                <a:ext uri="{FF2B5EF4-FFF2-40B4-BE49-F238E27FC236}">
                  <a16:creationId xmlns:a16="http://schemas.microsoft.com/office/drawing/2014/main" id="{6206FDD2-E87A-CB6D-06D6-854A880BB2C4}"/>
                </a:ext>
              </a:extLst>
            </p:cNvPr>
            <p:cNvSpPr/>
            <p:nvPr/>
          </p:nvSpPr>
          <p:spPr>
            <a:xfrm>
              <a:off x="324002" y="5566966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1" name="bg object 95">
              <a:extLst>
                <a:ext uri="{FF2B5EF4-FFF2-40B4-BE49-F238E27FC236}">
                  <a16:creationId xmlns:a16="http://schemas.microsoft.com/office/drawing/2014/main" id="{14F79911-45A5-2F8F-D6BE-36B285DE207D}"/>
                </a:ext>
              </a:extLst>
            </p:cNvPr>
            <p:cNvSpPr/>
            <p:nvPr/>
          </p:nvSpPr>
          <p:spPr>
            <a:xfrm>
              <a:off x="324002" y="267472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2" name="bg object 96">
              <a:extLst>
                <a:ext uri="{FF2B5EF4-FFF2-40B4-BE49-F238E27FC236}">
                  <a16:creationId xmlns:a16="http://schemas.microsoft.com/office/drawing/2014/main" id="{2C092A48-C6B6-B56A-245A-64EAF9A64D67}"/>
                </a:ext>
              </a:extLst>
            </p:cNvPr>
            <p:cNvSpPr/>
            <p:nvPr/>
          </p:nvSpPr>
          <p:spPr>
            <a:xfrm>
              <a:off x="324002" y="639442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3" name="bg object 97">
              <a:extLst>
                <a:ext uri="{FF2B5EF4-FFF2-40B4-BE49-F238E27FC236}">
                  <a16:creationId xmlns:a16="http://schemas.microsoft.com/office/drawing/2014/main" id="{DA44F1EF-F4B5-F577-FFBF-95D2865388CB}"/>
                </a:ext>
              </a:extLst>
            </p:cNvPr>
            <p:cNvSpPr/>
            <p:nvPr/>
          </p:nvSpPr>
          <p:spPr>
            <a:xfrm>
              <a:off x="324002" y="4870686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bg object 98">
              <a:extLst>
                <a:ext uri="{FF2B5EF4-FFF2-40B4-BE49-F238E27FC236}">
                  <a16:creationId xmlns:a16="http://schemas.microsoft.com/office/drawing/2014/main" id="{05FD8237-2B7A-C31B-733B-2CC3C1B8F890}"/>
                </a:ext>
              </a:extLst>
            </p:cNvPr>
            <p:cNvSpPr/>
            <p:nvPr/>
          </p:nvSpPr>
          <p:spPr>
            <a:xfrm>
              <a:off x="324002" y="246048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5" name="bg object 99">
              <a:extLst>
                <a:ext uri="{FF2B5EF4-FFF2-40B4-BE49-F238E27FC236}">
                  <a16:creationId xmlns:a16="http://schemas.microsoft.com/office/drawing/2014/main" id="{1295C7E3-5AB1-E295-6F09-4195B3297F83}"/>
                </a:ext>
              </a:extLst>
            </p:cNvPr>
            <p:cNvSpPr/>
            <p:nvPr/>
          </p:nvSpPr>
          <p:spPr>
            <a:xfrm>
              <a:off x="324002" y="693001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6" name="bg object 100">
              <a:extLst>
                <a:ext uri="{FF2B5EF4-FFF2-40B4-BE49-F238E27FC236}">
                  <a16:creationId xmlns:a16="http://schemas.microsoft.com/office/drawing/2014/main" id="{C8AA27A5-4070-1042-431C-47AF4B707F1D}"/>
                </a:ext>
              </a:extLst>
            </p:cNvPr>
            <p:cNvSpPr/>
            <p:nvPr/>
          </p:nvSpPr>
          <p:spPr>
            <a:xfrm>
              <a:off x="324002" y="444220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7" name="bg object 101">
              <a:extLst>
                <a:ext uri="{FF2B5EF4-FFF2-40B4-BE49-F238E27FC236}">
                  <a16:creationId xmlns:a16="http://schemas.microsoft.com/office/drawing/2014/main" id="{5386C092-A613-8796-E76E-6AE9FD42B3C9}"/>
                </a:ext>
              </a:extLst>
            </p:cNvPr>
            <p:cNvSpPr/>
            <p:nvPr/>
          </p:nvSpPr>
          <p:spPr>
            <a:xfrm>
              <a:off x="324002" y="6156126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8" name="bg object 102">
              <a:extLst>
                <a:ext uri="{FF2B5EF4-FFF2-40B4-BE49-F238E27FC236}">
                  <a16:creationId xmlns:a16="http://schemas.microsoft.com/office/drawing/2014/main" id="{D7E735B0-B6B7-F259-C940-56999270D22B}"/>
                </a:ext>
              </a:extLst>
            </p:cNvPr>
            <p:cNvSpPr/>
            <p:nvPr/>
          </p:nvSpPr>
          <p:spPr>
            <a:xfrm>
              <a:off x="324002" y="374592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9" name="bg object 103">
              <a:extLst>
                <a:ext uri="{FF2B5EF4-FFF2-40B4-BE49-F238E27FC236}">
                  <a16:creationId xmlns:a16="http://schemas.microsoft.com/office/drawing/2014/main" id="{CA1611B6-08BD-71DD-C2F1-5C8880978463}"/>
                </a:ext>
              </a:extLst>
            </p:cNvPr>
            <p:cNvSpPr/>
            <p:nvPr/>
          </p:nvSpPr>
          <p:spPr>
            <a:xfrm>
              <a:off x="324002" y="545984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0" name="bg object 104">
              <a:extLst>
                <a:ext uri="{FF2B5EF4-FFF2-40B4-BE49-F238E27FC236}">
                  <a16:creationId xmlns:a16="http://schemas.microsoft.com/office/drawing/2014/main" id="{5EE2FFF0-698E-2DE5-17F4-FAEC5AC89D60}"/>
                </a:ext>
              </a:extLst>
            </p:cNvPr>
            <p:cNvSpPr/>
            <p:nvPr/>
          </p:nvSpPr>
          <p:spPr>
            <a:xfrm>
              <a:off x="324002" y="425200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1" name="bg object 105">
              <a:extLst>
                <a:ext uri="{FF2B5EF4-FFF2-40B4-BE49-F238E27FC236}">
                  <a16:creationId xmlns:a16="http://schemas.microsoft.com/office/drawing/2014/main" id="{BD84A0AB-AC64-D110-85DB-036573961A92}"/>
                </a:ext>
              </a:extLst>
            </p:cNvPr>
            <p:cNvSpPr/>
            <p:nvPr/>
          </p:nvSpPr>
          <p:spPr>
            <a:xfrm>
              <a:off x="324002" y="353168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2" name="bg object 106">
              <a:extLst>
                <a:ext uri="{FF2B5EF4-FFF2-40B4-BE49-F238E27FC236}">
                  <a16:creationId xmlns:a16="http://schemas.microsoft.com/office/drawing/2014/main" id="{1706DCF8-4D6B-A130-BC15-4F5AD3AC143A}"/>
                </a:ext>
              </a:extLst>
            </p:cNvPr>
            <p:cNvSpPr/>
            <p:nvPr/>
          </p:nvSpPr>
          <p:spPr>
            <a:xfrm>
              <a:off x="324002" y="0"/>
              <a:ext cx="33655" cy="33655"/>
            </a:xfrm>
            <a:custGeom>
              <a:avLst/>
              <a:gdLst/>
              <a:ahLst/>
              <a:cxnLst/>
              <a:rect l="l" t="t" r="r" b="b"/>
              <a:pathLst>
                <a:path w="33654" h="33655">
                  <a:moveTo>
                    <a:pt x="33607" y="0"/>
                  </a:moveTo>
                  <a:lnTo>
                    <a:pt x="0" y="33607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3" name="bg object 107">
              <a:extLst>
                <a:ext uri="{FF2B5EF4-FFF2-40B4-BE49-F238E27FC236}">
                  <a16:creationId xmlns:a16="http://schemas.microsoft.com/office/drawing/2014/main" id="{B4A8269B-7384-E846-E434-06A71EB76AC9}"/>
                </a:ext>
              </a:extLst>
            </p:cNvPr>
            <p:cNvSpPr/>
            <p:nvPr/>
          </p:nvSpPr>
          <p:spPr>
            <a:xfrm>
              <a:off x="324002" y="385304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4" name="bg object 108">
              <a:extLst>
                <a:ext uri="{FF2B5EF4-FFF2-40B4-BE49-F238E27FC236}">
                  <a16:creationId xmlns:a16="http://schemas.microsoft.com/office/drawing/2014/main" id="{41396F23-07B0-8B90-47F3-E846D4F0977F}"/>
                </a:ext>
              </a:extLst>
            </p:cNvPr>
            <p:cNvSpPr/>
            <p:nvPr/>
          </p:nvSpPr>
          <p:spPr>
            <a:xfrm>
              <a:off x="324002" y="5781206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5" name="bg object 109">
              <a:extLst>
                <a:ext uri="{FF2B5EF4-FFF2-40B4-BE49-F238E27FC236}">
                  <a16:creationId xmlns:a16="http://schemas.microsoft.com/office/drawing/2014/main" id="{8CF302F7-11D9-FEAA-304F-B8DA46597C4A}"/>
                </a:ext>
              </a:extLst>
            </p:cNvPr>
            <p:cNvSpPr/>
            <p:nvPr/>
          </p:nvSpPr>
          <p:spPr>
            <a:xfrm>
              <a:off x="324002" y="288896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6" name="bg object 110">
              <a:extLst>
                <a:ext uri="{FF2B5EF4-FFF2-40B4-BE49-F238E27FC236}">
                  <a16:creationId xmlns:a16="http://schemas.microsoft.com/office/drawing/2014/main" id="{0966883D-141F-3743-938E-510DD04F89DF}"/>
                </a:ext>
              </a:extLst>
            </p:cNvPr>
            <p:cNvSpPr/>
            <p:nvPr/>
          </p:nvSpPr>
          <p:spPr>
            <a:xfrm>
              <a:off x="324002" y="1014362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7" name="bg object 111">
              <a:extLst>
                <a:ext uri="{FF2B5EF4-FFF2-40B4-BE49-F238E27FC236}">
                  <a16:creationId xmlns:a16="http://schemas.microsoft.com/office/drawing/2014/main" id="{FC66F733-E5BE-9EDB-57D2-D20B1F4061EA}"/>
                </a:ext>
              </a:extLst>
            </p:cNvPr>
            <p:cNvSpPr/>
            <p:nvPr/>
          </p:nvSpPr>
          <p:spPr>
            <a:xfrm>
              <a:off x="324002" y="5031366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8" name="bg object 112">
              <a:extLst>
                <a:ext uri="{FF2B5EF4-FFF2-40B4-BE49-F238E27FC236}">
                  <a16:creationId xmlns:a16="http://schemas.microsoft.com/office/drawing/2014/main" id="{E429D664-9853-2672-B6C0-BE27D76CE0BF}"/>
                </a:ext>
              </a:extLst>
            </p:cNvPr>
            <p:cNvSpPr/>
            <p:nvPr/>
          </p:nvSpPr>
          <p:spPr>
            <a:xfrm>
              <a:off x="324002" y="278184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9" name="bg object 113">
              <a:extLst>
                <a:ext uri="{FF2B5EF4-FFF2-40B4-BE49-F238E27FC236}">
                  <a16:creationId xmlns:a16="http://schemas.microsoft.com/office/drawing/2014/main" id="{5B86B5AB-1C54-3586-7EE5-0D67D229B883}"/>
                </a:ext>
              </a:extLst>
            </p:cNvPr>
            <p:cNvSpPr/>
            <p:nvPr/>
          </p:nvSpPr>
          <p:spPr>
            <a:xfrm>
              <a:off x="324002" y="112148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0" name="bg object 114">
              <a:extLst>
                <a:ext uri="{FF2B5EF4-FFF2-40B4-BE49-F238E27FC236}">
                  <a16:creationId xmlns:a16="http://schemas.microsoft.com/office/drawing/2014/main" id="{8EAF81F6-33FB-248B-1D52-B768F50525CA}"/>
                </a:ext>
              </a:extLst>
            </p:cNvPr>
            <p:cNvSpPr/>
            <p:nvPr/>
          </p:nvSpPr>
          <p:spPr>
            <a:xfrm>
              <a:off x="324002" y="1924882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1" name="bg object 115">
              <a:extLst>
                <a:ext uri="{FF2B5EF4-FFF2-40B4-BE49-F238E27FC236}">
                  <a16:creationId xmlns:a16="http://schemas.microsoft.com/office/drawing/2014/main" id="{440A9387-2B09-5B88-B24F-130EDE2BB0C5}"/>
                </a:ext>
              </a:extLst>
            </p:cNvPr>
            <p:cNvSpPr/>
            <p:nvPr/>
          </p:nvSpPr>
          <p:spPr>
            <a:xfrm>
              <a:off x="324002" y="454932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2" name="bg object 116">
              <a:extLst>
                <a:ext uri="{FF2B5EF4-FFF2-40B4-BE49-F238E27FC236}">
                  <a16:creationId xmlns:a16="http://schemas.microsoft.com/office/drawing/2014/main" id="{A4D83EEA-88B8-8CA0-5D88-869D8F2DC6C2}"/>
                </a:ext>
              </a:extLst>
            </p:cNvPr>
            <p:cNvSpPr/>
            <p:nvPr/>
          </p:nvSpPr>
          <p:spPr>
            <a:xfrm>
              <a:off x="324002" y="6263247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3" name="bg object 117">
              <a:extLst>
                <a:ext uri="{FF2B5EF4-FFF2-40B4-BE49-F238E27FC236}">
                  <a16:creationId xmlns:a16="http://schemas.microsoft.com/office/drawing/2014/main" id="{55781D86-0222-537B-9CB1-CABD3B49BDB8}"/>
                </a:ext>
              </a:extLst>
            </p:cNvPr>
            <p:cNvSpPr/>
            <p:nvPr/>
          </p:nvSpPr>
          <p:spPr>
            <a:xfrm>
              <a:off x="324002" y="401372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4" name="bg object 118">
              <a:extLst>
                <a:ext uri="{FF2B5EF4-FFF2-40B4-BE49-F238E27FC236}">
                  <a16:creationId xmlns:a16="http://schemas.microsoft.com/office/drawing/2014/main" id="{90B8E5CF-3143-CD26-93A5-4754C3D58F4F}"/>
                </a:ext>
              </a:extLst>
            </p:cNvPr>
            <p:cNvSpPr/>
            <p:nvPr/>
          </p:nvSpPr>
          <p:spPr>
            <a:xfrm>
              <a:off x="324002" y="5674086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5" name="bg object 119">
              <a:extLst>
                <a:ext uri="{FF2B5EF4-FFF2-40B4-BE49-F238E27FC236}">
                  <a16:creationId xmlns:a16="http://schemas.microsoft.com/office/drawing/2014/main" id="{6FF004A7-EB26-0C0A-02D4-0285AE9691CF}"/>
                </a:ext>
              </a:extLst>
            </p:cNvPr>
            <p:cNvSpPr/>
            <p:nvPr/>
          </p:nvSpPr>
          <p:spPr>
            <a:xfrm>
              <a:off x="324002" y="800121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6" name="bg object 120">
              <a:extLst>
                <a:ext uri="{FF2B5EF4-FFF2-40B4-BE49-F238E27FC236}">
                  <a16:creationId xmlns:a16="http://schemas.microsoft.com/office/drawing/2014/main" id="{6DEBED36-EFD6-5C81-7112-71BCA2531EA8}"/>
                </a:ext>
              </a:extLst>
            </p:cNvPr>
            <p:cNvSpPr/>
            <p:nvPr/>
          </p:nvSpPr>
          <p:spPr>
            <a:xfrm>
              <a:off x="324002" y="379948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7" name="bg object 121">
              <a:extLst>
                <a:ext uri="{FF2B5EF4-FFF2-40B4-BE49-F238E27FC236}">
                  <a16:creationId xmlns:a16="http://schemas.microsoft.com/office/drawing/2014/main" id="{46C0E640-4FF3-6D8D-1CD8-45B3E9AB7EE7}"/>
                </a:ext>
              </a:extLst>
            </p:cNvPr>
            <p:cNvSpPr/>
            <p:nvPr/>
          </p:nvSpPr>
          <p:spPr>
            <a:xfrm>
              <a:off x="324002" y="47876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8" name="bg object 122">
              <a:extLst>
                <a:ext uri="{FF2B5EF4-FFF2-40B4-BE49-F238E27FC236}">
                  <a16:creationId xmlns:a16="http://schemas.microsoft.com/office/drawing/2014/main" id="{92F22AE2-0B56-B6CF-C727-41ED336B62AA}"/>
                </a:ext>
              </a:extLst>
            </p:cNvPr>
            <p:cNvSpPr/>
            <p:nvPr/>
          </p:nvSpPr>
          <p:spPr>
            <a:xfrm>
              <a:off x="324002" y="428152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9" name="bg object 123">
              <a:extLst>
                <a:ext uri="{FF2B5EF4-FFF2-40B4-BE49-F238E27FC236}">
                  <a16:creationId xmlns:a16="http://schemas.microsoft.com/office/drawing/2014/main" id="{27DC8ECC-1BFD-A619-BB49-4BDB4ACD80E6}"/>
                </a:ext>
              </a:extLst>
            </p:cNvPr>
            <p:cNvSpPr/>
            <p:nvPr/>
          </p:nvSpPr>
          <p:spPr>
            <a:xfrm>
              <a:off x="324002" y="6049007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0" name="bg object 124">
              <a:extLst>
                <a:ext uri="{FF2B5EF4-FFF2-40B4-BE49-F238E27FC236}">
                  <a16:creationId xmlns:a16="http://schemas.microsoft.com/office/drawing/2014/main" id="{2AFD62F2-C5C2-0DED-70AD-A24956B8A937}"/>
                </a:ext>
              </a:extLst>
            </p:cNvPr>
            <p:cNvSpPr/>
            <p:nvPr/>
          </p:nvSpPr>
          <p:spPr>
            <a:xfrm>
              <a:off x="324002" y="347812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1" name="bg object 125">
              <a:extLst>
                <a:ext uri="{FF2B5EF4-FFF2-40B4-BE49-F238E27FC236}">
                  <a16:creationId xmlns:a16="http://schemas.microsoft.com/office/drawing/2014/main" id="{BF86AF61-C7E6-2685-309C-44E01C83A477}"/>
                </a:ext>
              </a:extLst>
            </p:cNvPr>
            <p:cNvSpPr/>
            <p:nvPr/>
          </p:nvSpPr>
          <p:spPr>
            <a:xfrm>
              <a:off x="324002" y="171064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2" name="bg object 126">
              <a:extLst>
                <a:ext uri="{FF2B5EF4-FFF2-40B4-BE49-F238E27FC236}">
                  <a16:creationId xmlns:a16="http://schemas.microsoft.com/office/drawing/2014/main" id="{C09661EF-D471-CC35-19EF-8BAE1A7EF9AF}"/>
                </a:ext>
              </a:extLst>
            </p:cNvPr>
            <p:cNvSpPr/>
            <p:nvPr/>
          </p:nvSpPr>
          <p:spPr>
            <a:xfrm>
              <a:off x="324002" y="535272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3" name="bg object 127">
              <a:extLst>
                <a:ext uri="{FF2B5EF4-FFF2-40B4-BE49-F238E27FC236}">
                  <a16:creationId xmlns:a16="http://schemas.microsoft.com/office/drawing/2014/main" id="{443997CB-94AF-E7B9-02B4-9EF293417C8C}"/>
                </a:ext>
              </a:extLst>
            </p:cNvPr>
            <p:cNvSpPr/>
            <p:nvPr/>
          </p:nvSpPr>
          <p:spPr>
            <a:xfrm>
              <a:off x="324002" y="264520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4" name="bg object 128">
              <a:extLst>
                <a:ext uri="{FF2B5EF4-FFF2-40B4-BE49-F238E27FC236}">
                  <a16:creationId xmlns:a16="http://schemas.microsoft.com/office/drawing/2014/main" id="{EBC3A8D1-B51B-C874-3946-CDD7D20F78A0}"/>
                </a:ext>
              </a:extLst>
            </p:cNvPr>
            <p:cNvSpPr/>
            <p:nvPr/>
          </p:nvSpPr>
          <p:spPr>
            <a:xfrm>
              <a:off x="324002" y="3317444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5" name="bg object 129">
              <a:extLst>
                <a:ext uri="{FF2B5EF4-FFF2-40B4-BE49-F238E27FC236}">
                  <a16:creationId xmlns:a16="http://schemas.microsoft.com/office/drawing/2014/main" id="{FC256B39-F428-BD13-DB5C-6AAAD9F96032}"/>
                </a:ext>
              </a:extLst>
            </p:cNvPr>
            <p:cNvSpPr/>
            <p:nvPr/>
          </p:nvSpPr>
          <p:spPr>
            <a:xfrm>
              <a:off x="324002" y="181776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6" name="bg object 130">
              <a:extLst>
                <a:ext uri="{FF2B5EF4-FFF2-40B4-BE49-F238E27FC236}">
                  <a16:creationId xmlns:a16="http://schemas.microsoft.com/office/drawing/2014/main" id="{245125FB-DD47-44AD-6A24-276BCE9573E7}"/>
                </a:ext>
              </a:extLst>
            </p:cNvPr>
            <p:cNvSpPr/>
            <p:nvPr/>
          </p:nvSpPr>
          <p:spPr>
            <a:xfrm>
              <a:off x="324002" y="235336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7" name="bg object 131">
              <a:extLst>
                <a:ext uri="{FF2B5EF4-FFF2-40B4-BE49-F238E27FC236}">
                  <a16:creationId xmlns:a16="http://schemas.microsoft.com/office/drawing/2014/main" id="{39B7EC8E-189F-518D-B043-64F5B584F644}"/>
                </a:ext>
              </a:extLst>
            </p:cNvPr>
            <p:cNvSpPr/>
            <p:nvPr/>
          </p:nvSpPr>
          <p:spPr>
            <a:xfrm>
              <a:off x="324002" y="371642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8" name="bg object 132">
              <a:extLst>
                <a:ext uri="{FF2B5EF4-FFF2-40B4-BE49-F238E27FC236}">
                  <a16:creationId xmlns:a16="http://schemas.microsoft.com/office/drawing/2014/main" id="{EDE266AC-E0C5-E8C9-7629-180C0A88DE78}"/>
                </a:ext>
              </a:extLst>
            </p:cNvPr>
            <p:cNvSpPr/>
            <p:nvPr/>
          </p:nvSpPr>
          <p:spPr>
            <a:xfrm>
              <a:off x="324002" y="4763566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9" name="bg object 133">
              <a:extLst>
                <a:ext uri="{FF2B5EF4-FFF2-40B4-BE49-F238E27FC236}">
                  <a16:creationId xmlns:a16="http://schemas.microsoft.com/office/drawing/2014/main" id="{F7930A37-6C1C-38FF-039E-43FC1ACA6B11}"/>
                </a:ext>
              </a:extLst>
            </p:cNvPr>
            <p:cNvSpPr/>
            <p:nvPr/>
          </p:nvSpPr>
          <p:spPr>
            <a:xfrm>
              <a:off x="324002" y="229980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0" name="bg object 134">
              <a:extLst>
                <a:ext uri="{FF2B5EF4-FFF2-40B4-BE49-F238E27FC236}">
                  <a16:creationId xmlns:a16="http://schemas.microsoft.com/office/drawing/2014/main" id="{33AD31D0-18DE-25E1-E205-EF4C9D8A1FE5}"/>
                </a:ext>
              </a:extLst>
            </p:cNvPr>
            <p:cNvSpPr/>
            <p:nvPr/>
          </p:nvSpPr>
          <p:spPr>
            <a:xfrm>
              <a:off x="324002" y="2246243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1" name="bg object 135">
              <a:extLst>
                <a:ext uri="{FF2B5EF4-FFF2-40B4-BE49-F238E27FC236}">
                  <a16:creationId xmlns:a16="http://schemas.microsoft.com/office/drawing/2014/main" id="{F117B08B-6FBD-A033-DB1F-CFC6F1662B8F}"/>
                </a:ext>
              </a:extLst>
            </p:cNvPr>
            <p:cNvSpPr/>
            <p:nvPr/>
          </p:nvSpPr>
          <p:spPr>
            <a:xfrm>
              <a:off x="324002" y="4388646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2" name="bg object 136">
              <a:extLst>
                <a:ext uri="{FF2B5EF4-FFF2-40B4-BE49-F238E27FC236}">
                  <a16:creationId xmlns:a16="http://schemas.microsoft.com/office/drawing/2014/main" id="{610B8518-440D-482C-6C8E-C0E986017E24}"/>
                </a:ext>
              </a:extLst>
            </p:cNvPr>
            <p:cNvSpPr/>
            <p:nvPr/>
          </p:nvSpPr>
          <p:spPr>
            <a:xfrm>
              <a:off x="324002" y="5995446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3" name="bg object 137">
              <a:extLst>
                <a:ext uri="{FF2B5EF4-FFF2-40B4-BE49-F238E27FC236}">
                  <a16:creationId xmlns:a16="http://schemas.microsoft.com/office/drawing/2014/main" id="{9D5A1E8C-C2A3-68C1-9369-E198D829A19B}"/>
                </a:ext>
              </a:extLst>
            </p:cNvPr>
            <p:cNvSpPr/>
            <p:nvPr/>
          </p:nvSpPr>
          <p:spPr>
            <a:xfrm>
              <a:off x="324002" y="1442842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4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4" name="bg object 138">
              <a:extLst>
                <a:ext uri="{FF2B5EF4-FFF2-40B4-BE49-F238E27FC236}">
                  <a16:creationId xmlns:a16="http://schemas.microsoft.com/office/drawing/2014/main" id="{F8134C72-C4B0-E899-C026-E9038F88AC18}"/>
                </a:ext>
              </a:extLst>
            </p:cNvPr>
            <p:cNvSpPr/>
            <p:nvPr/>
          </p:nvSpPr>
          <p:spPr>
            <a:xfrm>
              <a:off x="324002" y="4227965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4005" y="0"/>
                  </a:moveTo>
                  <a:lnTo>
                    <a:pt x="0" y="144005"/>
                  </a:lnTo>
                </a:path>
              </a:pathLst>
            </a:custGeom>
            <a:ln w="5397">
              <a:solidFill>
                <a:srgbClr val="FF3F3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5728495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B0E24-47D5-10AF-4E03-85134FAEB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7E0EBC-56B2-0161-5C24-34B885974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FC3B-E573-8485-612A-4DF96D7E2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89FB6-7A13-4794-85F5-1DA6760C9127}" type="datetimeFigureOut">
              <a:rPr lang="en-KE" smtClean="0"/>
              <a:t>03/09/2025</a:t>
            </a:fld>
            <a:endParaRPr lang="en-K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76A37-6EFF-7DFE-0FB2-4045CF1C4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3A061-AEAA-9A13-29EE-61355F7FA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19F72-1A84-4687-B6E1-39C115368945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5713737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E6B7B-0087-3D23-D86A-E8AC5AD39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4FD4E-7EF8-CE14-A34C-8B41766ADE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3C19DB-5C04-A3FB-DAD9-17C281F72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89FB6-7A13-4794-85F5-1DA6760C9127}" type="datetimeFigureOut">
              <a:rPr lang="en-KE" smtClean="0"/>
              <a:t>03/09/2025</a:t>
            </a:fld>
            <a:endParaRPr lang="en-K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0D40B-F377-FE77-9882-6022F85BF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447F91-B210-BC56-5621-EE0EF856B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19F72-1A84-4687-B6E1-39C115368945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414349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2DAB1-61AB-E4DE-74E1-1FDD4E357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FD5F9-4E2F-64F4-B3E7-51160FFB47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EE3498-F5A5-7AFC-C11D-1F9B15D4A4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DBA736-03CA-6C84-522B-22B275908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89FB6-7A13-4794-85F5-1DA6760C9127}" type="datetimeFigureOut">
              <a:rPr lang="en-KE" smtClean="0"/>
              <a:t>03/09/2025</a:t>
            </a:fld>
            <a:endParaRPr lang="en-K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B84FAA-0862-7623-4EA3-56B825D07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065364-CC08-844E-0824-4FB5E1CD3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19F72-1A84-4687-B6E1-39C115368945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701076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C21B9-0A3C-A849-A261-92AE495C8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E97957-17DE-86DB-B36A-6F078BC88E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FD6DB9-701A-5EF0-6522-9A2D2E8119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D9DBD1-FA10-A794-3F5E-2F0A2CBA4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FB935E-98E3-9F29-39A0-0A1A74B568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75FFF3-5F76-549F-35B2-8E8A6ED89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89FB6-7A13-4794-85F5-1DA6760C9127}" type="datetimeFigureOut">
              <a:rPr lang="en-KE" smtClean="0"/>
              <a:t>03/09/2025</a:t>
            </a:fld>
            <a:endParaRPr lang="en-K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3BBD25-8D6A-E98E-8A97-F846A2308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DB7F34-2649-0EDE-7F0C-4D027A626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19F72-1A84-4687-B6E1-39C115368945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408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AEA53-FFDC-D9B7-0D60-D57502CF0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FF395B-7CF0-B1FD-98B0-09B9F807D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89FB6-7A13-4794-85F5-1DA6760C9127}" type="datetimeFigureOut">
              <a:rPr lang="en-KE" smtClean="0"/>
              <a:t>03/09/2025</a:t>
            </a:fld>
            <a:endParaRPr lang="en-K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C82491-701C-2B0F-7022-9A3902D65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FAB71F-2A8D-4CD8-9121-EC50672A1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19F72-1A84-4687-B6E1-39C115368945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964112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4C98F5-DD4D-6978-CE56-4CBAD878E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89FB6-7A13-4794-85F5-1DA6760C9127}" type="datetimeFigureOut">
              <a:rPr lang="en-KE" smtClean="0"/>
              <a:t>03/09/2025</a:t>
            </a:fld>
            <a:endParaRPr lang="en-K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7890DE-C1E7-3B07-1958-D00CF7C7D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BE424-3C59-FF7C-D33E-67145D478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19F72-1A84-4687-B6E1-39C115368945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3523948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13735-FD44-4734-AFFC-BD890A1D6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FCAA92-2B2F-580E-891C-BE374C0AFD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5C854E-3F95-5F51-526E-F1118CA37A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9BE2D8-6C94-C262-9D00-0D3847B50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89FB6-7A13-4794-85F5-1DA6760C9127}" type="datetimeFigureOut">
              <a:rPr lang="en-KE" smtClean="0"/>
              <a:t>03/09/2025</a:t>
            </a:fld>
            <a:endParaRPr lang="en-K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13C2E-FFC4-49EE-12E4-2C5D7584C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334DEB-D8C4-D3C3-923F-2A6AB9CED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19F72-1A84-4687-B6E1-39C115368945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092220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6EC4C-8816-74C4-9788-9C89B05AA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B2EE217-2194-C3FE-48C4-4349BF26C1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K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CB0525-95C4-331E-288E-67A9EF56B6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3D5E4B-199E-460C-E3BA-19C644F86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89FB6-7A13-4794-85F5-1DA6760C9127}" type="datetimeFigureOut">
              <a:rPr lang="en-KE" smtClean="0"/>
              <a:t>03/09/2025</a:t>
            </a:fld>
            <a:endParaRPr lang="en-K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CF1E94-9C8B-E7CF-964D-EA2CF55A1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6E163C-FAA6-8EC5-67C0-D98D5F46C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19F72-1A84-4687-B6E1-39C115368945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529157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EAD2D-3181-EFF8-36CA-015D9203D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807EA6-D594-8579-E9A0-C840F153AB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EDC4D-ADBA-02D3-66C9-0A8B65F27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89FB6-7A13-4794-85F5-1DA6760C9127}" type="datetimeFigureOut">
              <a:rPr lang="en-KE" smtClean="0"/>
              <a:t>03/09/2025</a:t>
            </a:fld>
            <a:endParaRPr lang="en-K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F31AEE-5434-FE44-B862-2AB5541CD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FBA91-224F-5DB2-63AC-FA78E8A2C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19F72-1A84-4687-B6E1-39C115368945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9332465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3F0394-5161-71FD-39E2-A1C1CB53C2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40BFA7-C3C1-CDE7-1AAB-644374CA4B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0B98C7-8246-1F6D-F897-A70272153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89FB6-7A13-4794-85F5-1DA6760C9127}" type="datetimeFigureOut">
              <a:rPr lang="en-KE" smtClean="0"/>
              <a:t>03/09/2025</a:t>
            </a:fld>
            <a:endParaRPr lang="en-K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7181D-C385-30C2-ABF7-E3023E2EA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2A9C96-A601-5A00-6715-948E2E8F5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19F72-1A84-4687-B6E1-39C115368945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502791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ACA771-387A-F1AC-79C5-776558747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C8870-8109-55BA-ED00-CBC0BFF8E7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05455-F522-D47D-CC0D-21857C3237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89FB6-7A13-4794-85F5-1DA6760C9127}" type="datetimeFigureOut">
              <a:rPr lang="en-KE" smtClean="0"/>
              <a:t>03/09/2025</a:t>
            </a:fld>
            <a:endParaRPr lang="en-K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14446E-3C5B-6116-DD0A-FB0384104D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K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5B27A7-9EDE-ADDA-52D4-5C0B6908EF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A19F72-1A84-4687-B6E1-39C115368945}" type="slidenum">
              <a:rPr lang="en-KE" smtClean="0"/>
              <a:t>‹#›</a:t>
            </a:fld>
            <a:endParaRPr lang="en-KE"/>
          </a:p>
        </p:txBody>
      </p:sp>
      <p:pic>
        <p:nvPicPr>
          <p:cNvPr id="7" name="Google Shape;10;p1">
            <a:extLst>
              <a:ext uri="{FF2B5EF4-FFF2-40B4-BE49-F238E27FC236}">
                <a16:creationId xmlns:a16="http://schemas.microsoft.com/office/drawing/2014/main" id="{AB9C9FE1-2FEF-1764-3F17-9016D0911A54}"/>
              </a:ext>
            </a:extLst>
          </p:cNvPr>
          <p:cNvPicPr preferRelativeResize="0"/>
          <p:nvPr userDrawn="1"/>
        </p:nvPicPr>
        <p:blipFill>
          <a:blip r:embed="rId14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10398" y="758000"/>
            <a:ext cx="598475" cy="22222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1642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C17724E-26AB-3B0F-EB8A-997DED221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8691086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suzu Standard Template" id="{47A23F99-8D46-46A3-BEB2-807E3CB78AE8}" vid="{0B000E13-7229-4D02-95CB-102656AAD73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Meiryo UI</vt:lpstr>
      <vt:lpstr>Arial</vt:lpstr>
      <vt:lpstr>Calibri</vt:lpstr>
      <vt:lpstr>Calibri Light</vt:lpstr>
      <vt:lpstr>1_Office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Anthony Odhiambo</dc:creator>
  <cp:lastModifiedBy>Anthony Odhiambo</cp:lastModifiedBy>
  <cp:revision>3</cp:revision>
  <dcterms:created xsi:type="dcterms:W3CDTF">2025-03-09T16:53:24Z</dcterms:created>
  <dcterms:modified xsi:type="dcterms:W3CDTF">2025-03-09T17:38:33Z</dcterms:modified>
</cp:coreProperties>
</file>